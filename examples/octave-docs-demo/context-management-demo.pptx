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74" r:id="rId1"/>
  </p:sldMasterIdLst>
  <p:notesMasterIdLst>
    <p:notesMasterId r:id="rId77"/>
  </p:notesMasterIdLst>
  <p:handoutMasterIdLst>
    <p:handoutMasterId r:id="rId78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A9E83A0-ADB2-4140-A11F-F13A6893763F}">
  <a:tblStyle styleId="{3A9E83A0-ADB2-4140-A11F-F13A6893763F}" styleName="Brand Table">
    <a:wholeTbl>
      <a:tcTxStyle>
        <a:fontRef idx="minor">
          <a:prstClr val="white"/>
        </a:fontRef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38100" cmpd="sng">
              <a:solidFill>
                <a:schemeClr val="tx1"/>
              </a:solidFill>
            </a:ln>
          </a:top>
          <a:bottom>
            <a:ln w="38100" cmpd="sng">
              <a:solidFill>
                <a:schemeClr val="tx1"/>
              </a:solidFill>
            </a:ln>
          </a:bottom>
          <a:insideH>
            <a:ln w="6350" cmpd="sng">
              <a:solidFill>
                <a:schemeClr val="tx1">
                  <a:lumMod val="85000"/>
                </a:schemeClr>
              </a:solidFill>
            </a:ln>
          </a:insideH>
          <a:insideV>
            <a:ln w="6350" cmpd="sng">
              <a:solidFill>
                <a:schemeClr val="tx1">
                  <a:lumMod val="85000"/>
                </a:schemeClr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chemeClr val="bg2"/>
          </a:solidFill>
        </a:fill>
      </a:tcStyle>
    </a:band2H>
    <a:band1V>
      <a:tcStyle>
        <a:tcBdr/>
        <a:fill>
          <a:solidFill>
            <a:schemeClr val="bg2"/>
          </a:solidFill>
        </a:fill>
      </a:tcStyle>
    </a:band1V>
    <a:band2V>
      <a:tcStyle>
        <a:tcBdr/>
      </a:tcStyle>
    </a:band2V>
    <a:lastCol>
      <a:tcTxStyle b="on">
        <a:fontRef idx="minor">
          <a:prstClr val="white"/>
        </a:fontRef>
        <a:schemeClr val="tx1"/>
      </a:tcTxStyle>
      <a:tcStyle>
        <a:tcBdr/>
      </a:tcStyle>
    </a:lastCol>
    <a:firstCol>
      <a:tcTxStyle b="on">
        <a:fontRef idx="minor">
          <a:prstClr val="white"/>
        </a:fontRef>
        <a:schemeClr val="bg1"/>
      </a:tcTxStyle>
      <a:tcStyle>
        <a:tcBdr/>
        <a:fill>
          <a:solidFill>
            <a:schemeClr val="tx1"/>
          </a:solidFill>
        </a:fill>
      </a:tcStyle>
    </a:firstCol>
    <a:lastRow>
      <a:tcTxStyle b="on">
        <a:fontRef idx="minor">
          <a:prstClr val="white"/>
        </a:fontRef>
        <a:schemeClr val="tx1"/>
      </a:tcTxStyle>
      <a:tcStyle>
        <a:tcBdr>
          <a:top>
            <a:ln w="38100" cmpd="sng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prstClr val="white"/>
        </a:fontRef>
        <a:schemeClr val="bg1"/>
      </a:tcTxStyle>
      <a:tcStyle>
        <a:tcBdr/>
        <a:fill>
          <a:solidFill>
            <a:schemeClr val="tx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tx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5" autoAdjust="0"/>
    <p:restoredTop sz="94660"/>
  </p:normalViewPr>
  <p:slideViewPr>
    <p:cSldViewPr snapToGrid="0">
      <p:cViewPr>
        <p:scale>
          <a:sx n="88" d="100"/>
          <a:sy n="88" d="100"/>
        </p:scale>
        <p:origin x="933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9530"/>
    </p:cViewPr>
  </p:sorterViewPr>
  <p:notesViewPr>
    <p:cSldViewPr snapToGrid="0">
      <p:cViewPr varScale="1">
        <p:scale>
          <a:sx n="97" d="100"/>
          <a:sy n="97" d="100"/>
        </p:scale>
        <p:origin x="2331" y="4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77" Type="http://schemas.openxmlformats.org/officeDocument/2006/relationships/notesMaster" Target="notesMasters/notesMaster1.xml"/><Relationship Id="rId78" Type="http://schemas.openxmlformats.org/officeDocument/2006/relationships/handoutMaster" Target="handoutMasters/handout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Relationship Id="rId83" Type="http://schemas.openxmlformats.org/officeDocument/2006/relationships/customXml" Target="../customXml/item1.xml"/><Relationship Id="rId84" Type="http://schemas.openxmlformats.org/officeDocument/2006/relationships/customXml" Target="../customXml/item2.xml"/><Relationship Id="rId85" Type="http://schemas.openxmlformats.org/officeDocument/2006/relationships/customXml" Target="../customXml/item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8B96D9-A36C-7A99-C221-D4382BA610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B9DCA-8B60-F0B6-0E8F-648376B58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67AD3-2A32-439F-99BC-6A2A96D749B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68076-B105-7D42-A9A1-8A40508CB7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0FA77-6317-23E9-ECAA-DB4333FA81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E74B0-7969-4CCD-AE4C-0D91E3F78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51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00E3-71B1-46FE-9DAB-344F4ED5259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8556F-DD77-4541-89E9-6DB31CF26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5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6209B8-7FFF-C996-B2F0-D12103A91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2BF83E-B644-A045-7D02-9120AD2EBEC0}"/>
              </a:ext>
            </a:extLst>
          </p:cNvPr>
          <p:cNvCxnSpPr>
            <a:cxnSpLocks/>
          </p:cNvCxnSpPr>
          <p:nvPr userDrawn="1"/>
        </p:nvCxnSpPr>
        <p:spPr>
          <a:xfrm>
            <a:off x="2297559" y="379412"/>
            <a:ext cx="0" cy="30876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31B859BD-C0A0-158B-5332-7D61DC188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13" t="9675" r="9190" b="12890"/>
          <a:stretch>
            <a:fillRect/>
          </a:stretch>
        </p:blipFill>
        <p:spPr>
          <a:xfrm>
            <a:off x="355014" y="355300"/>
            <a:ext cx="1526173" cy="101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7BC9E5-5C0A-43D4-8EC3-3D19A0610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858" y="381793"/>
            <a:ext cx="7817642" cy="2376027"/>
          </a:xfrm>
        </p:spPr>
        <p:txBody>
          <a:bodyPr anchor="t" anchorCtr="0"/>
          <a:lstStyle>
            <a:lvl1pPr algn="l">
              <a:lnSpc>
                <a:spcPct val="75000"/>
              </a:lnSpc>
              <a:defRPr sz="6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5C169-6272-457A-8024-7D541A00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9856" y="3272743"/>
            <a:ext cx="7817645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3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EED161-6F01-5718-5DE8-1839DA8652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7BC9E5-5C0A-43D4-8EC3-3D19A0610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858" y="381336"/>
            <a:ext cx="7817642" cy="2387600"/>
          </a:xfrm>
        </p:spPr>
        <p:txBody>
          <a:bodyPr anchor="t" anchorCtr="0"/>
          <a:lstStyle>
            <a:lvl1pPr algn="l">
              <a:lnSpc>
                <a:spcPct val="75000"/>
              </a:lnSpc>
              <a:defRPr sz="6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5C169-6272-457A-8024-7D541A00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9858" y="3278302"/>
            <a:ext cx="7817642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702E21-29E7-CA73-139A-DA7320B259DE}"/>
              </a:ext>
            </a:extLst>
          </p:cNvPr>
          <p:cNvCxnSpPr>
            <a:cxnSpLocks/>
          </p:cNvCxnSpPr>
          <p:nvPr userDrawn="1"/>
        </p:nvCxnSpPr>
        <p:spPr>
          <a:xfrm>
            <a:off x="2297559" y="379412"/>
            <a:ext cx="0" cy="30876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74F1216A-3B65-51DB-7446-DE8AA52C4B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13" t="9675" r="9190" b="12890"/>
          <a:stretch>
            <a:fillRect/>
          </a:stretch>
        </p:blipFill>
        <p:spPr>
          <a:xfrm>
            <a:off x="355014" y="355300"/>
            <a:ext cx="1526173" cy="101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C7F8A1-5AE5-3617-FBB5-611601C22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1512941-6F69-9142-C610-9CF69B31A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858" y="381336"/>
            <a:ext cx="7817642" cy="2387600"/>
          </a:xfrm>
        </p:spPr>
        <p:txBody>
          <a:bodyPr anchor="t" anchorCtr="0"/>
          <a:lstStyle>
            <a:lvl1pPr algn="l">
              <a:lnSpc>
                <a:spcPct val="75000"/>
              </a:lnSpc>
              <a:defRPr sz="6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E2BF2C6-899A-B7D4-448C-A891AE8B3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9858" y="3278302"/>
            <a:ext cx="7817642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6056CE-A6A0-2F15-0F78-892A1F4D2D93}"/>
              </a:ext>
            </a:extLst>
          </p:cNvPr>
          <p:cNvCxnSpPr>
            <a:cxnSpLocks/>
          </p:cNvCxnSpPr>
          <p:nvPr userDrawn="1"/>
        </p:nvCxnSpPr>
        <p:spPr>
          <a:xfrm>
            <a:off x="2297559" y="379412"/>
            <a:ext cx="0" cy="30876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050F4CDE-18E9-F057-1CEC-43BD305A11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113" t="9675" r="9190" b="12890"/>
          <a:stretch>
            <a:fillRect/>
          </a:stretch>
        </p:blipFill>
        <p:spPr>
          <a:xfrm>
            <a:off x="355014" y="355300"/>
            <a:ext cx="1526173" cy="101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 descr="Octave Logo">
            <a:extLst>
              <a:ext uri="{FF2B5EF4-FFF2-40B4-BE49-F238E27FC236}">
                <a16:creationId xmlns:a16="http://schemas.microsoft.com/office/drawing/2014/main" id="{93817E42-D292-0FFF-23AC-CE41332108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922" t="17516" r="12249" b="23355"/>
          <a:stretch>
            <a:fillRect/>
          </a:stretch>
        </p:blipFill>
        <p:spPr>
          <a:xfrm>
            <a:off x="152900" y="1718735"/>
            <a:ext cx="11908242" cy="4876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7BC9E5-5C0A-43D4-8EC3-3D19A0610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2739" y="381934"/>
            <a:ext cx="5148257" cy="2418646"/>
          </a:xfrm>
        </p:spPr>
        <p:txBody>
          <a:bodyPr anchor="t" anchorCtr="0"/>
          <a:lstStyle>
            <a:lvl1pPr algn="l">
              <a:lnSpc>
                <a:spcPct val="75000"/>
              </a:lnSpc>
              <a:defRPr sz="6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5C169-6272-457A-8024-7D541A00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739" y="3279048"/>
            <a:ext cx="5148261" cy="1060622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609F01-694D-1765-1C68-66B95351461E}"/>
              </a:ext>
            </a:extLst>
          </p:cNvPr>
          <p:cNvCxnSpPr>
            <a:cxnSpLocks/>
          </p:cNvCxnSpPr>
          <p:nvPr userDrawn="1"/>
        </p:nvCxnSpPr>
        <p:spPr>
          <a:xfrm>
            <a:off x="6278062" y="381934"/>
            <a:ext cx="0" cy="309707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572D211-0ADD-FC21-8450-2B2D7F614C54}"/>
              </a:ext>
            </a:extLst>
          </p:cNvPr>
          <p:cNvSpPr txBox="1"/>
          <p:nvPr userDrawn="1"/>
        </p:nvSpPr>
        <p:spPr>
          <a:xfrm>
            <a:off x="323365" y="382991"/>
            <a:ext cx="583890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+mj-lt"/>
              </a:rPr>
              <a:t>octave.com</a:t>
            </a:r>
          </a:p>
        </p:txBody>
      </p:sp>
    </p:spTree>
    <p:extLst>
      <p:ext uri="{BB962C8B-B14F-4D97-AF65-F5344CB8AC3E}">
        <p14:creationId xmlns:p14="http://schemas.microsoft.com/office/powerpoint/2010/main" val="342508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6A4D4A-FA64-A420-5B77-8627054DF1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620C9F-1013-4B0A-9633-6F228827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01" y="406079"/>
            <a:ext cx="9142476" cy="3260617"/>
          </a:xfrm>
        </p:spPr>
        <p:txBody>
          <a:bodyPr anchor="t" anchorCtr="0"/>
          <a:lstStyle>
            <a:lvl1pPr>
              <a:lnSpc>
                <a:spcPct val="75000"/>
              </a:lnSpc>
              <a:defRPr sz="8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C6A6-4640-4F1C-A803-3B536F47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6FAA-CA72-411C-8050-94744D6E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2199-A5BC-41D3-BB67-59B66A9BF6E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32307-4F6B-8360-BC75-0E5043C41E69}"/>
              </a:ext>
            </a:extLst>
          </p:cNvPr>
          <p:cNvSpPr txBox="1"/>
          <p:nvPr userDrawn="1"/>
        </p:nvSpPr>
        <p:spPr>
          <a:xfrm>
            <a:off x="11291888" y="6459928"/>
            <a:ext cx="583890" cy="10772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</a:rPr>
              <a:t>octave.com</a:t>
            </a:r>
          </a:p>
        </p:txBody>
      </p:sp>
    </p:spTree>
    <p:extLst>
      <p:ext uri="{BB962C8B-B14F-4D97-AF65-F5344CB8AC3E}">
        <p14:creationId xmlns:p14="http://schemas.microsoft.com/office/powerpoint/2010/main" val="313471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06578F-0268-E443-9F9A-2FEAC13018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C6A6-4640-4F1C-A803-3B536F47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6FAA-CA72-411C-8050-94744D6E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2199-A5BC-41D3-BB67-59B66A9BF6E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1C2A7-5A75-BFD0-2AB6-69A1FEE4F13C}"/>
              </a:ext>
            </a:extLst>
          </p:cNvPr>
          <p:cNvSpPr txBox="1"/>
          <p:nvPr userDrawn="1"/>
        </p:nvSpPr>
        <p:spPr>
          <a:xfrm>
            <a:off x="11291888" y="6459928"/>
            <a:ext cx="583890" cy="10772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</a:rPr>
              <a:t>octave.com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8824B13-9681-12D1-A465-5541EB7C2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535" y="1355495"/>
            <a:ext cx="5148465" cy="24022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783BA5-1E0B-133D-DCBF-597C38DE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01" y="379413"/>
            <a:ext cx="5148465" cy="3287283"/>
          </a:xfrm>
        </p:spPr>
        <p:txBody>
          <a:bodyPr anchor="t" anchorCtr="0"/>
          <a:lstStyle>
            <a:lvl1pPr>
              <a:lnSpc>
                <a:spcPct val="75000"/>
              </a:lnSpc>
              <a:defRPr sz="8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038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1C36C5-AD8F-B9B4-8927-9A9456C630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C6A6-4640-4F1C-A803-3B536F47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6FAA-CA72-411C-8050-94744D6E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9DB94D0-86CF-368C-CCC7-9DED9F2A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538" y="1353835"/>
            <a:ext cx="5149332" cy="24022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C9B8C8-7156-2104-873D-28AC1345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01" y="379413"/>
            <a:ext cx="5149332" cy="3287283"/>
          </a:xfrm>
        </p:spPr>
        <p:txBody>
          <a:bodyPr anchor="t" anchorCtr="0"/>
          <a:lstStyle>
            <a:lvl1pPr>
              <a:lnSpc>
                <a:spcPct val="75000"/>
              </a:lnSpc>
              <a:defRPr sz="8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640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EF8E486-9F2C-4DF2-2F42-66BAACF5A7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2425" y="0"/>
            <a:ext cx="5489575" cy="6858000"/>
          </a:xfrm>
          <a:solidFill>
            <a:schemeClr val="bg1">
              <a:lumMod val="10000"/>
              <a:lumOff val="90000"/>
            </a:schemeClr>
          </a:solidFill>
        </p:spPr>
        <p:txBody>
          <a:bodyPr tIns="201168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C6A6-4640-4F1C-A803-3B536F47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6FAA-CA72-411C-8050-94744D6E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ACD3B8-E929-CC08-F365-096A2257B45B}"/>
              </a:ext>
            </a:extLst>
          </p:cNvPr>
          <p:cNvCxnSpPr>
            <a:cxnSpLocks/>
          </p:cNvCxnSpPr>
          <p:nvPr userDrawn="1"/>
        </p:nvCxnSpPr>
        <p:spPr>
          <a:xfrm>
            <a:off x="1018772" y="317834"/>
            <a:ext cx="0" cy="62163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42D786F7-DF38-3987-9DBD-7C3361CC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01" y="379413"/>
            <a:ext cx="5199123" cy="3287283"/>
          </a:xfrm>
        </p:spPr>
        <p:txBody>
          <a:bodyPr anchor="t" anchorCtr="0"/>
          <a:lstStyle>
            <a:lvl1pPr>
              <a:lnSpc>
                <a:spcPct val="75000"/>
              </a:lnSpc>
              <a:defRPr sz="8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595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2199-A5BC-41D3-BB67-59B66A9BF6E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8625B4-83CA-691A-187D-CAC5F57E1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799" y="382160"/>
            <a:ext cx="3810351" cy="779994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3173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799" y="382160"/>
            <a:ext cx="3810351" cy="779994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34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43" y="1357331"/>
            <a:ext cx="4678004" cy="4511158"/>
          </a:xfrm>
        </p:spPr>
        <p:txBody>
          <a:bodyPr/>
          <a:lstStyle>
            <a:lvl1pPr>
              <a:lnSpc>
                <a:spcPct val="75000"/>
              </a:lnSpc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3294" y="1354950"/>
            <a:ext cx="5147706" cy="4511158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30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43" y="1357331"/>
            <a:ext cx="4678004" cy="4511158"/>
          </a:xfrm>
        </p:spPr>
        <p:txBody>
          <a:bodyPr/>
          <a:lstStyle>
            <a:lvl1pPr>
              <a:lnSpc>
                <a:spcPct val="75000"/>
              </a:lnSpc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3294" y="1354950"/>
            <a:ext cx="5147706" cy="4511158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5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43" y="1357331"/>
            <a:ext cx="4678004" cy="4511158"/>
          </a:xfrm>
        </p:spPr>
        <p:txBody>
          <a:bodyPr/>
          <a:lstStyle>
            <a:lvl1pPr>
              <a:lnSpc>
                <a:spcPct val="75000"/>
              </a:lnSpc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766" y="1354950"/>
            <a:ext cx="2481234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B4BE62-364D-80A0-6002-3091802A05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36558" y="1354950"/>
            <a:ext cx="2474442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0258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wo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43" y="1357331"/>
            <a:ext cx="4678004" cy="4511158"/>
          </a:xfrm>
        </p:spPr>
        <p:txBody>
          <a:bodyPr/>
          <a:lstStyle>
            <a:lvl1pPr>
              <a:lnSpc>
                <a:spcPct val="75000"/>
              </a:lnSpc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766" y="1354950"/>
            <a:ext cx="2481234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B4BE62-364D-80A0-6002-3091802A05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36558" y="1354950"/>
            <a:ext cx="2474442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499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3861"/>
            <a:ext cx="2474393" cy="4511158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071" y="1353861"/>
            <a:ext cx="6480929" cy="451115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 marL="230188" indent="-230188">
              <a:defRPr sz="2000">
                <a:solidFill>
                  <a:schemeClr val="tx1"/>
                </a:solidFill>
              </a:defRPr>
            </a:lvl3pPr>
            <a:lvl4pPr marL="461963" indent="-231775">
              <a:defRPr sz="2000">
                <a:solidFill>
                  <a:schemeClr val="tx1"/>
                </a:solidFill>
              </a:defRPr>
            </a:lvl4pPr>
            <a:lvl5pPr marL="684213" indent="-222250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1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3861"/>
            <a:ext cx="2474393" cy="4511158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071" y="1353861"/>
            <a:ext cx="6480929" cy="451115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 marL="230188" indent="-230188">
              <a:defRPr sz="2000">
                <a:solidFill>
                  <a:schemeClr val="tx1"/>
                </a:solidFill>
              </a:defRPr>
            </a:lvl3pPr>
            <a:lvl4pPr marL="461963" indent="-231775">
              <a:defRPr sz="2000">
                <a:solidFill>
                  <a:schemeClr val="tx1"/>
                </a:solidFill>
              </a:defRPr>
            </a:lvl4pPr>
            <a:lvl5pPr marL="684213" indent="-222250"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34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949"/>
            <a:ext cx="2474393" cy="4515625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A320DB-9D8C-28C8-522F-5E78227E3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287" y="1354949"/>
            <a:ext cx="3815626" cy="4515625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77B5D-D318-7262-1627-97361D33F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04098" y="1354949"/>
            <a:ext cx="3806902" cy="4515625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45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W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949"/>
            <a:ext cx="2474393" cy="4515625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A320DB-9D8C-28C8-522F-5E78227E3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287" y="1354949"/>
            <a:ext cx="3815626" cy="4515625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77B5D-D318-7262-1627-97361D33F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04098" y="1354949"/>
            <a:ext cx="3806902" cy="4515625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782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79" y="1354950"/>
            <a:ext cx="4678004" cy="1749853"/>
          </a:xfrm>
        </p:spPr>
        <p:txBody>
          <a:bodyPr/>
          <a:lstStyle>
            <a:lvl1pPr>
              <a:lnSpc>
                <a:spcPct val="75000"/>
              </a:lnSpc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50BDE4-0AE0-B83C-768A-DC56A27E55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23974" y="3699494"/>
            <a:ext cx="4608665" cy="2168995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788789-AF8B-EA91-1DF3-5C4FBCE2C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44" y="379413"/>
            <a:ext cx="5144778" cy="6097586"/>
          </a:xfrm>
          <a:solidFill>
            <a:schemeClr val="bg1">
              <a:lumMod val="10000"/>
              <a:lumOff val="90000"/>
            </a:schemeClr>
          </a:solidFill>
        </p:spPr>
        <p:txBody>
          <a:bodyPr tIns="14630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671640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79" y="1354950"/>
            <a:ext cx="4678004" cy="1749853"/>
          </a:xfrm>
        </p:spPr>
        <p:txBody>
          <a:bodyPr/>
          <a:lstStyle>
            <a:lvl1pPr>
              <a:lnSpc>
                <a:spcPct val="75000"/>
              </a:lnSpc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50BDE4-0AE0-B83C-768A-DC56A27E55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23974" y="3699494"/>
            <a:ext cx="4608665" cy="2168995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788789-AF8B-EA91-1DF3-5C4FBCE2C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44" y="379413"/>
            <a:ext cx="5144778" cy="6097586"/>
          </a:xfrm>
          <a:solidFill>
            <a:schemeClr val="bg1">
              <a:lumMod val="10000"/>
              <a:lumOff val="90000"/>
            </a:schemeClr>
          </a:solidFill>
        </p:spPr>
        <p:txBody>
          <a:bodyPr tIns="146304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47771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008"/>
            <a:ext cx="2474394" cy="1017274"/>
          </a:xfrm>
        </p:spPr>
        <p:txBody>
          <a:bodyPr/>
          <a:lstStyle>
            <a:lvl1pPr>
              <a:lnSpc>
                <a:spcPct val="75000"/>
              </a:lnSpc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50BDE4-0AE0-B83C-768A-DC56A27E55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30843" y="2736112"/>
            <a:ext cx="2469632" cy="3132377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788789-AF8B-EA91-1DF3-5C4FBCE2C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94094" y="1354008"/>
            <a:ext cx="3814819" cy="2705194"/>
          </a:xfrm>
          <a:solidFill>
            <a:schemeClr val="bg1">
              <a:lumMod val="10000"/>
              <a:lumOff val="90000"/>
            </a:schemeClr>
          </a:solidFill>
        </p:spPr>
        <p:txBody>
          <a:bodyPr tIns="4572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F6EEFB01-9D4D-89C9-0FBC-F423C3287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03381" y="1354008"/>
            <a:ext cx="3807619" cy="2705194"/>
          </a:xfrm>
          <a:solidFill>
            <a:schemeClr val="bg1">
              <a:lumMod val="10000"/>
              <a:lumOff val="90000"/>
            </a:schemeClr>
          </a:solidFill>
        </p:spPr>
        <p:txBody>
          <a:bodyPr tIns="4572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3EA540-2ACF-8EE1-15AB-7127AAFEFB4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94094" y="4220339"/>
            <a:ext cx="2481320" cy="27307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Figure X.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9BD21F-7EE3-ECCD-7CBA-2616DAE482A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03381" y="4220339"/>
            <a:ext cx="2474119" cy="27307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Figure X.</a:t>
            </a:r>
          </a:p>
        </p:txBody>
      </p:sp>
    </p:spTree>
    <p:extLst>
      <p:ext uri="{BB962C8B-B14F-4D97-AF65-F5344CB8AC3E}">
        <p14:creationId xmlns:p14="http://schemas.microsoft.com/office/powerpoint/2010/main" val="2330031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Images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008"/>
            <a:ext cx="2474394" cy="1017274"/>
          </a:xfrm>
        </p:spPr>
        <p:txBody>
          <a:bodyPr/>
          <a:lstStyle>
            <a:lvl1pPr>
              <a:lnSpc>
                <a:spcPct val="75000"/>
              </a:lnSpc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50BDE4-0AE0-B83C-768A-DC56A27E55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30843" y="2736112"/>
            <a:ext cx="2469632" cy="3132377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788789-AF8B-EA91-1DF3-5C4FBCE2C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94094" y="1354008"/>
            <a:ext cx="3814819" cy="2705194"/>
          </a:xfrm>
          <a:solidFill>
            <a:schemeClr val="bg1">
              <a:lumMod val="10000"/>
              <a:lumOff val="90000"/>
            </a:schemeClr>
          </a:solidFill>
        </p:spPr>
        <p:txBody>
          <a:bodyPr tIns="4572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F6EEFB01-9D4D-89C9-0FBC-F423C3287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03381" y="1354008"/>
            <a:ext cx="3807619" cy="2705194"/>
          </a:xfrm>
          <a:solidFill>
            <a:schemeClr val="bg1">
              <a:lumMod val="10000"/>
              <a:lumOff val="90000"/>
            </a:schemeClr>
          </a:solidFill>
        </p:spPr>
        <p:txBody>
          <a:bodyPr tIns="4572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3EA540-2ACF-8EE1-15AB-7127AAFEFB4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94094" y="4220339"/>
            <a:ext cx="2481320" cy="27307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Figure X.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9BD21F-7EE3-ECCD-7CBA-2616DAE482A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03381" y="4220339"/>
            <a:ext cx="2474119" cy="27307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Figure X.</a:t>
            </a:r>
          </a:p>
        </p:txBody>
      </p:sp>
    </p:spTree>
    <p:extLst>
      <p:ext uri="{BB962C8B-B14F-4D97-AF65-F5344CB8AC3E}">
        <p14:creationId xmlns:p14="http://schemas.microsoft.com/office/powerpoint/2010/main" val="2746521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950"/>
            <a:ext cx="2474393" cy="4511158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A320DB-9D8C-28C8-522F-5E78227E3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287" y="1357331"/>
            <a:ext cx="2482125" cy="4513244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2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77B5D-D318-7262-1627-97361D33F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63463" y="1357331"/>
            <a:ext cx="2480537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2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2C6EAAB-9319-44D0-79E2-98907971A36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6752" y="1357331"/>
            <a:ext cx="2474248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2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80092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950"/>
            <a:ext cx="2474393" cy="4511158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A320DB-9D8C-28C8-522F-5E78227E3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287" y="1357331"/>
            <a:ext cx="2482125" cy="4513244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2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77B5D-D318-7262-1627-97361D33F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63463" y="1357331"/>
            <a:ext cx="2480537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2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2C6EAAB-9319-44D0-79E2-98907971A36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6752" y="1357331"/>
            <a:ext cx="2474248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2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6075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1B13D3-084B-46D8-D218-F99EFE76AF2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25299" y="1355725"/>
            <a:ext cx="2475172" cy="2168995"/>
          </a:xfrm>
        </p:spPr>
        <p:txBody>
          <a:bodyPr/>
          <a:lstStyle>
            <a:lvl1pPr>
              <a:spcBef>
                <a:spcPts val="1200"/>
              </a:spcBef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  <a:lvl2pPr>
              <a:spcBef>
                <a:spcPts val="90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DDAED1-58C9-84B6-CF72-41D841E8A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2" y="379878"/>
            <a:ext cx="7817918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48015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Tab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1B13D3-084B-46D8-D218-F99EFE76AF2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26081" y="1355725"/>
            <a:ext cx="2474394" cy="2168995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spcAft>
                <a:spcPts val="0"/>
              </a:spcAft>
              <a:defRPr sz="1600" b="1">
                <a:solidFill>
                  <a:schemeClr val="tx1"/>
                </a:solidFill>
              </a:defRPr>
            </a:lvl1pPr>
            <a:lvl2pPr>
              <a:spcBef>
                <a:spcPts val="90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C462C05-263D-34A7-099A-F1173849AD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7817919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40266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0843" y="394401"/>
            <a:ext cx="7813157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Calendar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975" y="1048262"/>
            <a:ext cx="3214877" cy="4820671"/>
          </a:xfrm>
        </p:spPr>
        <p:txBody>
          <a:bodyPr>
            <a:noAutofit/>
          </a:bodyPr>
          <a:lstStyle>
            <a:lvl1pPr>
              <a:spcBef>
                <a:spcPts val="2100"/>
              </a:spcBef>
              <a:spcAft>
                <a:spcPts val="300"/>
              </a:spcAft>
              <a:defRPr sz="1100" b="1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894452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a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0843" y="394401"/>
            <a:ext cx="7813157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Calendar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975" y="1048262"/>
            <a:ext cx="3214877" cy="4820671"/>
          </a:xfrm>
        </p:spPr>
        <p:txBody>
          <a:bodyPr>
            <a:noAutofit/>
          </a:bodyPr>
          <a:lstStyle>
            <a:lvl1pPr>
              <a:spcBef>
                <a:spcPts val="2100"/>
              </a:spcBef>
              <a:spcAft>
                <a:spcPts val="300"/>
              </a:spcAft>
              <a:defRPr sz="1100" b="1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1971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589F1F-8DC8-107C-F60E-73F583504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300" y="379413"/>
            <a:ext cx="7818700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Calendar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5140E3-1909-FB50-8200-59ED0F431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300" y="1355725"/>
            <a:ext cx="2475176" cy="4820671"/>
          </a:xfrm>
        </p:spPr>
        <p:txBody>
          <a:bodyPr>
            <a:noAutofit/>
          </a:bodyPr>
          <a:lstStyle>
            <a:lvl1pPr>
              <a:spcBef>
                <a:spcPts val="900"/>
              </a:spcBef>
              <a:spcAft>
                <a:spcPts val="300"/>
              </a:spcAft>
              <a:defRPr sz="1400" b="1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13707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ar 2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300" y="379413"/>
            <a:ext cx="7818700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Calendar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300" y="1355725"/>
            <a:ext cx="2475176" cy="4820671"/>
          </a:xfrm>
        </p:spPr>
        <p:txBody>
          <a:bodyPr>
            <a:noAutofit/>
          </a:bodyPr>
          <a:lstStyle>
            <a:lvl1pPr>
              <a:spcBef>
                <a:spcPts val="900"/>
              </a:spcBef>
              <a:spcAft>
                <a:spcPts val="300"/>
              </a:spcAft>
              <a:defRPr sz="1400" b="1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18800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CA50-AF68-493A-8F61-A331B95E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87BAC-BE24-47F8-9233-E9ECB600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5BCCA-7BD5-4ABC-BE50-3F9F416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495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S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CA50-AF68-493A-8F61-A331B95E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87BAC-BE24-47F8-9233-E9ECB600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5BCCA-7BD5-4ABC-BE50-3F9F416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87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87BAC-BE24-47F8-9233-E9ECB600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5BCCA-7BD5-4ABC-BE50-3F9F416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7336BF-3FFF-D1B5-051C-E19B07687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2" y="379878"/>
            <a:ext cx="7817918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451665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87BAC-BE24-47F8-9233-E9ECB600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5BCCA-7BD5-4ABC-BE50-3F9F416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7336BF-3FFF-D1B5-051C-E19B07687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2" y="379878"/>
            <a:ext cx="7817918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2901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2" y="379878"/>
            <a:ext cx="7817918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843" y="1355725"/>
            <a:ext cx="2469628" cy="482067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300"/>
              </a:spcAft>
              <a:defRPr sz="1600" b="1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defRPr sz="1100" b="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726875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2" y="379878"/>
            <a:ext cx="7817918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843" y="1355725"/>
            <a:ext cx="2469628" cy="482067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300"/>
              </a:spcAft>
              <a:defRPr sz="1600" b="1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defRPr sz="1100" b="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6299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222" y="-281169"/>
            <a:ext cx="4189022" cy="246656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958" y="379413"/>
            <a:ext cx="3705709" cy="47601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defRPr sz="1100" b="1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072FC12-E88F-62C0-DF9B-0879597E34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113" t="9675" r="9190" b="12890"/>
          <a:stretch>
            <a:fillRect/>
          </a:stretch>
        </p:blipFill>
        <p:spPr>
          <a:xfrm>
            <a:off x="363801" y="5347604"/>
            <a:ext cx="1267989" cy="84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463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Graphic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222" y="-281169"/>
            <a:ext cx="4189022" cy="246656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225F75-6FCE-8995-2B30-937CAC99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958" y="379413"/>
            <a:ext cx="3705709" cy="47601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defRPr sz="1100" b="1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3D27DB5-6C75-36C6-B6F4-9294FDF19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113" t="9675" r="9190" b="12890"/>
          <a:stretch>
            <a:fillRect/>
          </a:stretch>
        </p:blipFill>
        <p:spPr>
          <a:xfrm>
            <a:off x="363801" y="5347604"/>
            <a:ext cx="1267989" cy="84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96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577F42D0-0FAD-02BF-AF59-6554E96DEE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895E8-1EA9-46F3-A534-A5690000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A8AD-F6AC-430C-80A6-E3A0781E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79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577F42D0-0FAD-02BF-AF59-6554E96DEE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895E8-1EA9-46F3-A534-A5690000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A8AD-F6AC-430C-80A6-E3A0781E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56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895E8-1EA9-46F3-A534-A5690000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A8AD-F6AC-430C-80A6-E3A0781E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257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895E8-1EA9-46F3-A534-A5690000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A8AD-F6AC-430C-80A6-E3A0781E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37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7331"/>
            <a:ext cx="2469632" cy="1004129"/>
          </a:xfrm>
        </p:spPr>
        <p:txBody>
          <a:bodyPr/>
          <a:lstStyle>
            <a:lvl1pPr>
              <a:lnSpc>
                <a:spcPct val="75000"/>
              </a:lnSpc>
              <a:defRPr sz="4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50BDE4-0AE0-B83C-768A-DC56A27E55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26082" y="2716568"/>
            <a:ext cx="2474394" cy="3151922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788789-AF8B-EA91-1DF3-5C4FBCE2C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90975" y="382991"/>
            <a:ext cx="7820026" cy="5865409"/>
          </a:xfrm>
          <a:solidFill>
            <a:schemeClr val="bg1">
              <a:lumMod val="10000"/>
              <a:lumOff val="90000"/>
            </a:schemeClr>
          </a:solidFill>
        </p:spPr>
        <p:txBody>
          <a:bodyPr tIns="173736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364238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Wide Imag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7331"/>
            <a:ext cx="2469632" cy="1004129"/>
          </a:xfrm>
        </p:spPr>
        <p:txBody>
          <a:bodyPr/>
          <a:lstStyle>
            <a:lvl1pPr>
              <a:lnSpc>
                <a:spcPct val="75000"/>
              </a:lnSpc>
              <a:defRPr sz="4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50BDE4-0AE0-B83C-768A-DC56A27E55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26082" y="2716568"/>
            <a:ext cx="2474394" cy="3151922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788789-AF8B-EA91-1DF3-5C4FBCE2C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90975" y="382991"/>
            <a:ext cx="7820026" cy="5865409"/>
          </a:xfrm>
          <a:solidFill>
            <a:schemeClr val="bg1">
              <a:lumMod val="10000"/>
              <a:lumOff val="90000"/>
            </a:schemeClr>
          </a:solidFill>
        </p:spPr>
        <p:txBody>
          <a:bodyPr tIns="173736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3710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950"/>
            <a:ext cx="2474393" cy="4511158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A320DB-9D8C-28C8-522F-5E78227E3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287" y="1352550"/>
            <a:ext cx="3815626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77B5D-D318-7262-1627-97361D33F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01000" y="1357331"/>
            <a:ext cx="3810000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541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1" y="1354950"/>
            <a:ext cx="2474393" cy="4511158"/>
          </a:xfrm>
        </p:spPr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A320DB-9D8C-28C8-522F-5E78227E3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287" y="1352550"/>
            <a:ext cx="3815626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77B5D-D318-7262-1627-97361D33F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01000" y="1357331"/>
            <a:ext cx="3810000" cy="4511158"/>
          </a:xfrm>
        </p:spPr>
        <p:txBody>
          <a:bodyPr/>
          <a:lstStyle>
            <a:lvl1pPr>
              <a:spcBef>
                <a:spcPts val="1500"/>
              </a:spcBef>
              <a:spcAft>
                <a:spcPts val="600"/>
              </a:spcAft>
              <a:defRPr sz="1100" b="1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790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68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12D7A6-734E-6EA3-EFC6-EB76C2FA2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71495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12D7A6-734E-6EA3-EFC6-EB76C2FA2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87644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Numbere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C5FC88A-D0AE-AD7E-BE73-0B2E07C1E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776805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Numbered Tab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C5FC88A-D0AE-AD7E-BE73-0B2E07C1E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77829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Numbered Table Gr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EEA7B1-6B5B-83BB-43CB-651C8AEB8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78736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0A58F0A-FBA9-9146-6B38-043CA4F73F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77DB9A7-EEF0-D7AC-0C4E-D5E65093BB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26355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4073B70F-B6B9-91F7-1385-A421C06177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07421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6B45190-C26D-30A6-F71D-F5A67C57AA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88487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854E4C18-B70A-C319-6595-97E7A4E2EE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69552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21520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 with Images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0A58F0A-FBA9-9146-6B38-043CA4F73F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77DB9A7-EEF0-D7AC-0C4E-D5E65093BB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26355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4073B70F-B6B9-91F7-1385-A421C06177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07421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6B45190-C26D-30A6-F71D-F5A67C57AA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88487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854E4C18-B70A-C319-6595-97E7A4E2EE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69552" y="1402879"/>
            <a:ext cx="2441448" cy="1728121"/>
          </a:xfrm>
          <a:solidFill>
            <a:schemeClr val="bg1">
              <a:lumMod val="10000"/>
              <a:lumOff val="9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569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 with Images Gr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5A4221-2024-C647-AFF3-B7A88A3CEB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26355" y="1405260"/>
            <a:ext cx="2441448" cy="1728121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AC5F6015-3EF0-C07F-FCFC-BDBBD61109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07421" y="1405260"/>
            <a:ext cx="2441448" cy="1728121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D95903CA-05D7-D9D1-6CC5-0D31B73B4F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88487" y="1405260"/>
            <a:ext cx="2441448" cy="1728121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1BB5B18D-9D86-AE46-7931-2D5A9A8F30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69552" y="1405260"/>
            <a:ext cx="2441448" cy="1728121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77DACCE-5B81-0842-96D4-594EEB6EED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6081" y="379878"/>
            <a:ext cx="6482831" cy="616167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52500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2" y="1357331"/>
            <a:ext cx="6285460" cy="2160420"/>
          </a:xfrm>
        </p:spPr>
        <p:txBody>
          <a:bodyPr/>
          <a:lstStyle>
            <a:lvl1pPr>
              <a:lnSpc>
                <a:spcPct val="75000"/>
              </a:lnSpc>
              <a:defRPr sz="4200" b="0" i="1" spc="-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260BDAF-B680-FF76-73B9-3241D6E8E5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08913" y="0"/>
            <a:ext cx="4383086" cy="6427433"/>
          </a:xfrm>
          <a:solidFill>
            <a:schemeClr val="bg1">
              <a:lumMod val="85000"/>
            </a:schemeClr>
          </a:solidFill>
        </p:spPr>
        <p:txBody>
          <a:bodyPr tIns="192024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F25DA-1744-4D91-757A-A71B443D8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844" y="4028760"/>
            <a:ext cx="6324202" cy="184181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5376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2" y="1357331"/>
            <a:ext cx="6285460" cy="2160420"/>
          </a:xfrm>
        </p:spPr>
        <p:txBody>
          <a:bodyPr/>
          <a:lstStyle>
            <a:lvl1pPr>
              <a:lnSpc>
                <a:spcPct val="75000"/>
              </a:lnSpc>
              <a:defRPr sz="4200" b="0" i="1" spc="-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260BDAF-B680-FF76-73B9-3241D6E8E5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08913" y="0"/>
            <a:ext cx="4383086" cy="6427433"/>
          </a:xfrm>
          <a:solidFill>
            <a:schemeClr val="bg1">
              <a:lumMod val="85000"/>
            </a:schemeClr>
          </a:solidFill>
        </p:spPr>
        <p:txBody>
          <a:bodyPr tIns="192024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F25DA-1744-4D91-757A-A71B443D8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844" y="4028760"/>
            <a:ext cx="6324202" cy="184181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99981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Gra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7E1A-9D3F-45A6-B321-84A1AE6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43" y="1357331"/>
            <a:ext cx="6324203" cy="2160420"/>
          </a:xfrm>
        </p:spPr>
        <p:txBody>
          <a:bodyPr/>
          <a:lstStyle>
            <a:lvl1pPr>
              <a:lnSpc>
                <a:spcPct val="75000"/>
              </a:lnSpc>
              <a:defRPr sz="4200" b="0" i="1" spc="-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DCE7-747E-4395-8EBF-8F8D3E06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844" y="4028760"/>
            <a:ext cx="6324202" cy="184181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47D2-DCFB-4DF5-9606-A25D618F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C098-DA48-410A-A28C-3FC007D0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260BDAF-B680-FF76-73B9-3241D6E8E5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11294" y="382991"/>
            <a:ext cx="3999705" cy="6091627"/>
          </a:xfrm>
          <a:solidFill>
            <a:schemeClr val="bg1">
              <a:lumMod val="85000"/>
            </a:schemeClr>
          </a:solidFill>
        </p:spPr>
        <p:txBody>
          <a:bodyPr tIns="182880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59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696D9-671C-405F-AA77-4C70FDACE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44" y="1357331"/>
            <a:ext cx="2469632" cy="45111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9653F-0E28-4EB7-8E50-6EFBEE53B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663" y="1357331"/>
            <a:ext cx="7827337" cy="45111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13675-BA54-460F-A462-199DF5364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30843" y="6383921"/>
            <a:ext cx="4601802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PPT Title (change via Insert menu &gt;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7682C-D0AE-4CE6-AD06-802777B47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279" y="6371465"/>
            <a:ext cx="190984" cy="13849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b="1">
                <a:solidFill>
                  <a:schemeClr val="tx1"/>
                </a:solidFill>
              </a:defRPr>
            </a:lvl1pPr>
          </a:lstStyle>
          <a:p>
            <a:fld id="{99272199-A5BC-41D3-BB67-59B66A9BF6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6B3FF6-8208-BD1C-C580-5C637954870B}"/>
              </a:ext>
            </a:extLst>
          </p:cNvPr>
          <p:cNvSpPr txBox="1"/>
          <p:nvPr userDrawn="1"/>
        </p:nvSpPr>
        <p:spPr>
          <a:xfrm>
            <a:off x="323365" y="382991"/>
            <a:ext cx="583890" cy="12311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 dirty="0">
                <a:solidFill>
                  <a:schemeClr val="tx1"/>
                </a:solidFill>
                <a:latin typeface="+mj-lt"/>
              </a:rPr>
              <a:t>octave.com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F9C4FF-71C1-94BD-E6B2-1D31D3D04C87}"/>
              </a:ext>
            </a:extLst>
          </p:cNvPr>
          <p:cNvCxnSpPr>
            <a:cxnSpLocks/>
          </p:cNvCxnSpPr>
          <p:nvPr userDrawn="1"/>
        </p:nvCxnSpPr>
        <p:spPr>
          <a:xfrm>
            <a:off x="1144978" y="378229"/>
            <a:ext cx="0" cy="609639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374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82" r:id="rId2"/>
    <p:sldLayoutId id="2147483783" r:id="rId3"/>
    <p:sldLayoutId id="2147483784" r:id="rId4"/>
    <p:sldLayoutId id="2147483777" r:id="rId5"/>
    <p:sldLayoutId id="2147483785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31" r:id="rId12"/>
    <p:sldLayoutId id="2147483803" r:id="rId13"/>
    <p:sldLayoutId id="2147483832" r:id="rId14"/>
    <p:sldLayoutId id="2147483776" r:id="rId15"/>
    <p:sldLayoutId id="2147483833" r:id="rId16"/>
    <p:sldLayoutId id="2147483804" r:id="rId17"/>
    <p:sldLayoutId id="2147483834" r:id="rId18"/>
    <p:sldLayoutId id="2147483805" r:id="rId19"/>
    <p:sldLayoutId id="2147483835" r:id="rId20"/>
    <p:sldLayoutId id="2147483813" r:id="rId21"/>
    <p:sldLayoutId id="2147483836" r:id="rId22"/>
    <p:sldLayoutId id="2147483806" r:id="rId23"/>
    <p:sldLayoutId id="2147483837" r:id="rId24"/>
    <p:sldLayoutId id="2147483814" r:id="rId25"/>
    <p:sldLayoutId id="2147483815" r:id="rId26"/>
    <p:sldLayoutId id="2147483816" r:id="rId27"/>
    <p:sldLayoutId id="2147483844" r:id="rId28"/>
    <p:sldLayoutId id="2147483818" r:id="rId29"/>
    <p:sldLayoutId id="2147483817" r:id="rId30"/>
    <p:sldLayoutId id="2147483780" r:id="rId31"/>
    <p:sldLayoutId id="2147483845" r:id="rId32"/>
    <p:sldLayoutId id="2147483829" r:id="rId33"/>
    <p:sldLayoutId id="2147483830" r:id="rId34"/>
    <p:sldLayoutId id="2147483819" r:id="rId35"/>
    <p:sldLayoutId id="2147483846" r:id="rId36"/>
    <p:sldLayoutId id="2147483820" r:id="rId37"/>
    <p:sldLayoutId id="2147483847" r:id="rId38"/>
    <p:sldLayoutId id="2147483828" r:id="rId39"/>
    <p:sldLayoutId id="2147483848" r:id="rId40"/>
    <p:sldLayoutId id="2147483781" r:id="rId41"/>
    <p:sldLayoutId id="2147483823" r:id="rId42"/>
    <p:sldLayoutId id="2147483807" r:id="rId43"/>
    <p:sldLayoutId id="2147483838" r:id="rId44"/>
    <p:sldLayoutId id="2147483810" r:id="rId45"/>
    <p:sldLayoutId id="2147483839" r:id="rId46"/>
    <p:sldLayoutId id="2147483827" r:id="rId47"/>
    <p:sldLayoutId id="2147483842" r:id="rId48"/>
    <p:sldLayoutId id="2147483811" r:id="rId49"/>
    <p:sldLayoutId id="2147483843" r:id="rId50"/>
    <p:sldLayoutId id="2147483826" r:id="rId51"/>
    <p:sldLayoutId id="2147483821" r:id="rId52"/>
    <p:sldLayoutId id="2147483841" r:id="rId53"/>
    <p:sldLayoutId id="2147483822" r:id="rId54"/>
    <p:sldLayoutId id="2147483824" r:id="rId55"/>
    <p:sldLayoutId id="2147483840" r:id="rId56"/>
    <p:sldLayoutId id="2147483808" r:id="rId57"/>
  </p:sldLayoutIdLst>
  <p:hf hdr="0" dt="0"/>
  <p:txStyles>
    <p:titleStyle>
      <a:lvl1pPr algn="l" defTabSz="914400" rtl="0" eaLnBrk="1" latinLnBrk="0" hangingPunct="1">
        <a:lnSpc>
          <a:spcPct val="82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95000"/>
        </a:lnSpc>
        <a:spcBef>
          <a:spcPts val="1200"/>
        </a:spcBef>
        <a:spcAft>
          <a:spcPts val="30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95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914400" rtl="0" eaLnBrk="1" latinLnBrk="0" hangingPunct="1">
        <a:lnSpc>
          <a:spcPct val="95000"/>
        </a:lnSpc>
        <a:spcBef>
          <a:spcPts val="300"/>
        </a:spcBef>
        <a:buFont typeface="Aptos" panose="020B00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914400" rtl="0" eaLnBrk="1" latinLnBrk="0" hangingPunct="1">
        <a:lnSpc>
          <a:spcPct val="95000"/>
        </a:lnSpc>
        <a:spcBef>
          <a:spcPts val="300"/>
        </a:spcBef>
        <a:buFont typeface="Aptos" panose="020B0004020202020204" pitchFamily="34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4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834" userDrawn="1">
          <p15:clr>
            <a:srgbClr val="F26B43"/>
          </p15:clr>
        </p15:guide>
        <p15:guide id="4" orient="horz" pos="852" userDrawn="1">
          <p15:clr>
            <a:srgbClr val="F26B43"/>
          </p15:clr>
        </p15:guide>
        <p15:guide id="5" orient="horz" pos="3698" userDrawn="1">
          <p15:clr>
            <a:srgbClr val="F26B43"/>
          </p15:clr>
        </p15:guide>
        <p15:guide id="6" orient="horz" pos="4100" userDrawn="1">
          <p15:clr>
            <a:srgbClr val="F26B43"/>
          </p15:clr>
        </p15:guide>
        <p15:guide id="7" pos="2514" userDrawn="1">
          <p15:clr>
            <a:srgbClr val="F26B43"/>
          </p15:clr>
        </p15:guide>
        <p15:guide id="9" pos="1674" userDrawn="1">
          <p15:clr>
            <a:srgbClr val="F26B43"/>
          </p15:clr>
        </p15:guide>
        <p15:guide id="10" orient="horz" pos="239" userDrawn="1">
          <p15:clr>
            <a:srgbClr val="F26B43"/>
          </p15:clr>
        </p15:guide>
        <p15:guide id="11" pos="1554" userDrawn="1">
          <p15:clr>
            <a:srgbClr val="F26B43"/>
          </p15:clr>
        </p15:guide>
        <p15:guide id="12" pos="2394" userDrawn="1">
          <p15:clr>
            <a:srgbClr val="F26B43"/>
          </p15:clr>
        </p15:guide>
        <p15:guide id="13" pos="3236" userDrawn="1">
          <p15:clr>
            <a:srgbClr val="F26B43"/>
          </p15:clr>
        </p15:guide>
        <p15:guide id="14" pos="3356" userDrawn="1">
          <p15:clr>
            <a:srgbClr val="F26B43"/>
          </p15:clr>
        </p15:guide>
        <p15:guide id="15" pos="4079" userDrawn="1">
          <p15:clr>
            <a:srgbClr val="F26B43"/>
          </p15:clr>
        </p15:guide>
        <p15:guide id="16" pos="4196" userDrawn="1">
          <p15:clr>
            <a:srgbClr val="F26B43"/>
          </p15:clr>
        </p15:guide>
        <p15:guide id="17" pos="4919" userDrawn="1">
          <p15:clr>
            <a:srgbClr val="F26B43"/>
          </p15:clr>
        </p15:guide>
        <p15:guide id="18" pos="5040" userDrawn="1">
          <p15:clr>
            <a:srgbClr val="F26B43"/>
          </p15:clr>
        </p15:guide>
        <p15:guide id="19" pos="5760" userDrawn="1">
          <p15:clr>
            <a:srgbClr val="F26B43"/>
          </p15:clr>
        </p15:guide>
        <p15:guide id="20" pos="5880" userDrawn="1">
          <p15:clr>
            <a:srgbClr val="F26B43"/>
          </p15:clr>
        </p15:guide>
        <p15:guide id="21" pos="6600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7440" userDrawn="1">
          <p15:clr>
            <a:srgbClr val="F26B43"/>
          </p15:clr>
        </p15:guide>
        <p15:guide id="24" pos="2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 Hygiene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200K Tokens Isn't What It Seems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23975" y="1380618"/>
          <a:ext cx="10487025" cy="2287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512"/>
                <a:gridCol w="5243513"/>
              </a:tblGrid>
              <a:tr h="381243">
                <a:tc>
                  <a:txBody>
                    <a:bodyPr/>
                    <a:lstStyle/>
                    <a:p>
                      <a:r>
                        <a:t>Line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Tokens</a:t>
                      </a:r>
                    </a:p>
                  </a:txBody>
                  <a:tcPr/>
                </a:tc>
              </a:tr>
              <a:tr h="381243">
                <a:tc>
                  <a:txBody>
                    <a:bodyPr/>
                    <a:lstStyle/>
                    <a:p>
                      <a:r>
                        <a:t>System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~6k</a:t>
                      </a:r>
                    </a:p>
                  </a:txBody>
                  <a:tcPr/>
                </a:tc>
              </a:tr>
              <a:tr h="381243">
                <a:tc>
                  <a:txBody>
                    <a:bodyPr/>
                    <a:lstStyle/>
                    <a:p>
                      <a:r>
                        <a:t>CLAUDE.md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~3k</a:t>
                      </a:r>
                    </a:p>
                  </a:txBody>
                  <a:tcPr/>
                </a:tc>
              </a:tr>
              <a:tr h="381243"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~5k</a:t>
                      </a:r>
                    </a:p>
                  </a:txBody>
                  <a:tcPr/>
                </a:tc>
              </a:tr>
              <a:tr h="381243">
                <a:tc>
                  <a:txBody>
                    <a:bodyPr/>
                    <a:lstStyle/>
                    <a:p>
                      <a:r>
                        <a:t>Reserved for auto-compact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23k</a:t>
                      </a:r>
                    </a:p>
                  </a:txBody>
                  <a:tcPr/>
                </a:tc>
              </a:tr>
              <a:tr h="381246">
                <a:tc>
                  <a:txBody>
                    <a:bodyPr/>
                    <a:lstStyle/>
                    <a:p>
                      <a:r>
                        <a:t>Reserved for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Compounding 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 1 costs about 2k tokens, mostly system prompt</a:t>
            </a:r>
          </a:p>
          <a:p>
            <a:r>
              <a:t>By turn 10, each call costs around 18k tokens — the agent re-reads all prior work every time</a:t>
            </a:r>
          </a:p>
          <a:p>
            <a:r>
              <a:t>Past 50k tokens: attention degrades, the model silently drifts from earlier details, and context anxiety sets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Rules For Context Hygiene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output tight from the first turn — verbose output today taxes every future turn</a:t>
            </a:r>
          </a:p>
          <a:p>
            <a:r>
              <a:t>Load skills on demand, not at session start</a:t>
            </a:r>
          </a:p>
          <a:p>
            <a:r>
              <a:t>Reference the source instead of repeating content already in context</a:t>
            </a:r>
          </a:p>
          <a:p>
            <a:r>
              <a:t>Keep tools loaded only when the task needs them</a:t>
            </a:r>
          </a:p>
          <a:p>
            <a:r>
              <a:t>Measure before optimizing — audit what's loaded before guessing what's bloated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tave">
  <a:themeElements>
    <a:clrScheme name="Octave">
      <a:dk1>
        <a:srgbClr val="1A1A1F"/>
      </a:dk1>
      <a:lt1>
        <a:srgbClr val="FFFFFF"/>
      </a:lt1>
      <a:dk2>
        <a:srgbClr val="3E4047"/>
      </a:dk2>
      <a:lt2>
        <a:srgbClr val="E7EBF2"/>
      </a:lt2>
      <a:accent1>
        <a:srgbClr val="1A1A1F"/>
      </a:accent1>
      <a:accent2>
        <a:srgbClr val="3E4047"/>
      </a:accent2>
      <a:accent3>
        <a:srgbClr val="B2B8C4"/>
      </a:accent3>
      <a:accent4>
        <a:srgbClr val="CBD0D8"/>
      </a:accent4>
      <a:accent5>
        <a:srgbClr val="E7EBF2"/>
      </a:accent5>
      <a:accent6>
        <a:srgbClr val="FFFFFF"/>
      </a:accent6>
      <a:hlink>
        <a:srgbClr val="FFFFFF"/>
      </a:hlink>
      <a:folHlink>
        <a:srgbClr val="D8D8D8"/>
      </a:folHlink>
    </a:clrScheme>
    <a:fontScheme name="Octave Office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lnDef>
      <a:spPr>
        <a:ln w="63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  <a:effectLst/>
      </a:spPr>
      <a:bodyPr wrap="square" lIns="0" tIns="0" rIns="0" bIns="0" rtlCol="0"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custClrLst>
    <a:custClr name="Aqua">
      <a:srgbClr val="00FFFF"/>
    </a:custClr>
    <a:custClr name="Pink">
      <a:srgbClr val="FF00C7"/>
    </a:custClr>
    <a:custClr name="Green">
      <a:srgbClr val="4FFF00"/>
    </a:custClr>
    <a:custClr name="Orange">
      <a:srgbClr val="F46600"/>
    </a:custClr>
    <a:custClr name="Purple">
      <a:srgbClr val="C933FF"/>
    </a:custClr>
    <a:custClr name="Yellow">
      <a:srgbClr val="FFF500"/>
    </a:custClr>
    <a:custClr name="Gray 2">
      <a:srgbClr val="CBD0D8"/>
    </a:custClr>
    <a:custClr name="Gray 1">
      <a:srgbClr val="E7EBF2"/>
    </a:custClr>
    <a:custClr name="Gray 3">
      <a:srgbClr val="B2B8C4"/>
    </a:custClr>
    <a:custClr name="White">
      <a:srgbClr val="FFFFFF"/>
    </a:custClr>
    <a:custClr name="Blue">
      <a:srgbClr val="0000FF"/>
    </a:custClr>
    <a:custClr name="Pink">
      <a:srgbClr val="FF00C7"/>
    </a:custClr>
    <a:custClr name="Dark Green">
      <a:srgbClr val="00AA14"/>
    </a:custClr>
    <a:custClr name="Orange">
      <a:srgbClr val="F46600"/>
    </a:custClr>
    <a:custClr name="Purple">
      <a:srgbClr val="C933FF"/>
    </a:custClr>
    <a:custClr name="Gray 5">
      <a:srgbClr val="3E4047"/>
    </a:custClr>
    <a:custClr name="Gray 4">
      <a:srgbClr val="6F7480"/>
    </a:custClr>
    <a:custClr name="Octave Black">
      <a:srgbClr val="1A1A1F"/>
    </a:custClr>
  </a:custClrLst>
  <a:extLst>
    <a:ext uri="{05A4C25C-085E-4340-85A3-A5531E510DB2}">
      <thm15:themeFamily xmlns:thm15="http://schemas.microsoft.com/office/thememl/2012/main" name="FUT028_Octave Template" id="{AB529826-889C-4197-AB7A-7A19BA4723F5}" vid="{92A83245-DB26-4901-85D4-581C327076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06740B05ECA42B6D88A0421296D18" ma:contentTypeVersion="12" ma:contentTypeDescription="Create a new document." ma:contentTypeScope="" ma:versionID="0ae7cee3b72b39075f7d0a043016e8d6">
  <xsd:schema xmlns:xsd="http://www.w3.org/2001/XMLSchema" xmlns:xs="http://www.w3.org/2001/XMLSchema" xmlns:p="http://schemas.microsoft.com/office/2006/metadata/properties" xmlns:ns2="c8dcf2a3-116d-4b10-a7d4-0ecd7b815c69" targetNamespace="http://schemas.microsoft.com/office/2006/metadata/properties" ma:root="true" ma:fieldsID="c3dcd4aa1cd31834b46e7e592429022d" ns2:_="">
    <xsd:import namespace="c8dcf2a3-116d-4b10-a7d4-0ecd7b815c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cf2a3-116d-4b10-a7d4-0ecd7b815c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999a341-e37a-4672-a76c-13c4937058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dcf2a3-116d-4b10-a7d4-0ecd7b815c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CA198C-E0A0-4726-A115-3C5BDAF4D6DB}"/>
</file>

<file path=customXml/itemProps2.xml><?xml version="1.0" encoding="utf-8"?>
<ds:datastoreItem xmlns:ds="http://schemas.openxmlformats.org/officeDocument/2006/customXml" ds:itemID="{1B1A41AC-E5B2-4EEC-9396-4819DD4B80AE}"/>
</file>

<file path=customXml/itemProps3.xml><?xml version="1.0" encoding="utf-8"?>
<ds:datastoreItem xmlns:ds="http://schemas.openxmlformats.org/officeDocument/2006/customXml" ds:itemID="{BB819903-A4A3-410D-AF5F-C0A7BAD487D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7004</Words>
  <Application>Microsoft Office PowerPoint</Application>
  <PresentationFormat>Widescreen</PresentationFormat>
  <Paragraphs>1781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Aptos</vt:lpstr>
      <vt:lpstr>Arial</vt:lpstr>
      <vt:lpstr>MW Sans</vt:lpstr>
      <vt:lpstr>Octave</vt:lpstr>
      <vt:lpstr>Titles two lines preferred, three max.</vt:lpstr>
      <vt:lpstr>Titles two lines preferred, three max.</vt:lpstr>
      <vt:lpstr>Titles can  be adjusted  for legibility</vt:lpstr>
      <vt:lpstr>Titles are three lines maximum</vt:lpstr>
      <vt:lpstr>01 Section  Headline</vt:lpstr>
      <vt:lpstr>02 Section Headline</vt:lpstr>
      <vt:lpstr>03 Section Headline</vt:lpstr>
      <vt:lpstr>04 Section Headline</vt:lpstr>
      <vt:lpstr>Agenda</vt:lpstr>
      <vt:lpstr>Agenda white</vt:lpstr>
      <vt:lpstr>Agenda columns</vt:lpstr>
      <vt:lpstr>Agenda columns highlight</vt:lpstr>
      <vt:lpstr>Title two or three lines preferred</vt:lpstr>
      <vt:lpstr>Title two or three lines preferred</vt:lpstr>
      <vt:lpstr>Title two or three lines preferred </vt:lpstr>
      <vt:lpstr>Title two or three lines preferred  </vt:lpstr>
      <vt:lpstr>Title two or three lines</vt:lpstr>
      <vt:lpstr>Title two or three lines preferred    </vt:lpstr>
      <vt:lpstr>Title two lines only</vt:lpstr>
      <vt:lpstr>“Pull quote lorem ipsum dolor sit amet, consectetuer adipiscing et tu archicia del iliaes etur.”  </vt:lpstr>
      <vt:lpstr>“Pull quote lorem ipsum dolor sit amet, consectetuer adipiscing et tu archicia del iliaes etur.” </vt:lpstr>
      <vt:lpstr>Title one line preferred in this layout</vt:lpstr>
      <vt:lpstr>Title one line preferred in this layout </vt:lpstr>
      <vt:lpstr>Title one line preferred in this layout  </vt:lpstr>
      <vt:lpstr>PowerPoint Presentation</vt:lpstr>
      <vt:lpstr>Title two lines only</vt:lpstr>
      <vt:lpstr>Title one line preferred on this images layout </vt:lpstr>
      <vt:lpstr>Title one line preferred on this images layout</vt:lpstr>
      <vt:lpstr>Title one line preferred on this table layout</vt:lpstr>
      <vt:lpstr>Title one line preferred</vt:lpstr>
      <vt:lpstr>Title one line preferred on this layout</vt:lpstr>
      <vt:lpstr>Column charts sample</vt:lpstr>
      <vt:lpstr>Charts sample</vt:lpstr>
      <vt:lpstr>Calendar sample </vt:lpstr>
      <vt:lpstr>Calendar sample  </vt:lpstr>
      <vt:lpstr>Calendar sample   </vt:lpstr>
      <vt:lpstr>World map sample</vt:lpstr>
      <vt:lpstr>Timeline sample</vt:lpstr>
      <vt:lpstr>PowerPoint Presentation</vt:lpstr>
      <vt:lpstr>PowerPoint Presentation</vt:lpstr>
      <vt:lpstr>Tables</vt:lpstr>
      <vt:lpstr>Table sample</vt:lpstr>
      <vt:lpstr>Table sample  </vt:lpstr>
      <vt:lpstr>Table sample   </vt:lpstr>
      <vt:lpstr>Table sample     </vt:lpstr>
      <vt:lpstr>Table sample     </vt:lpstr>
      <vt:lpstr>Table sample      </vt:lpstr>
      <vt:lpstr>Table sample        </vt:lpstr>
      <vt:lpstr>Table sample white</vt:lpstr>
      <vt:lpstr>Table sample white </vt:lpstr>
      <vt:lpstr>Table sample white   </vt:lpstr>
      <vt:lpstr>Table sample white     </vt:lpstr>
      <vt:lpstr>Table sample white      </vt:lpstr>
      <vt:lpstr>Table sample white       </vt:lpstr>
      <vt:lpstr>Table sample white        </vt:lpstr>
      <vt:lpstr>Table preset, then additional formatting added</vt:lpstr>
      <vt:lpstr>Table preset white, then additional formatting added</vt:lpstr>
      <vt:lpstr>Icons</vt:lpstr>
      <vt:lpstr>Icon library</vt:lpstr>
      <vt:lpstr>Icon library on white</vt:lpstr>
      <vt:lpstr>Charts</vt:lpstr>
      <vt:lpstr>Column charts</vt:lpstr>
      <vt:lpstr>Bar charts</vt:lpstr>
      <vt:lpstr>Column charts</vt:lpstr>
      <vt:lpstr>Bar charts</vt:lpstr>
      <vt:lpstr>Line charts</vt:lpstr>
      <vt:lpstr>Line charts</vt:lpstr>
      <vt:lpstr>Pie charts</vt:lpstr>
      <vt:lpstr>Pie charts</vt:lpstr>
      <vt:lpstr>Getting started  </vt:lpstr>
      <vt:lpstr>Getting started</vt:lpstr>
      <vt:lpstr>Getting started – formatting text</vt:lpstr>
      <vt:lpstr>Getting started – using PowerPoint guides</vt:lpstr>
      <vt:lpstr>Enhanced brand grid optimized for presentations</vt:lpstr>
      <vt:lpstr>Custom brand table programmed in templates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2025-08-27T21:42:45Z</dcterms:created>
  <dcterms:modified xsi:type="dcterms:W3CDTF">2026-03-31T10:00:01Z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0x0101004ED06740B05ECA42B6D88A0421296D18</vt:lpwstr>
  </property>
  <property fmtid="{D5CDD505-2E9C-101B-9397-08002B2CF9AE}" pid="3" name="Order">
    <vt:r8>793700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