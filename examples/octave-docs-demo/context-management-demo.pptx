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media/image5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774" r:id="rId1"/>
  </p:sldMasterIdLst>
  <p:notesMasterIdLst>
    <p:notesMasterId r:id="rId77"/>
  </p:notesMasterIdLst>
  <p:handoutMasterIdLst>
    <p:handoutMasterId r:id="rId78"/>
  </p:handoutMasterIdLst>
  <p:sldIdLst>
    <p:sldId id="256" r:id="rId11"/>
    <p:sldId id="257" r:id="rId12"/>
    <p:sldId id="258" r:id="rId13"/>
    <p:sldId id="25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A9E83A0-ADB2-4140-A11F-F13A6893763F}">
  <a:tblStyle styleId="{3A9E83A0-ADB2-4140-A11F-F13A6893763F}" styleName="Brand Table">
    <a:wholeTbl>
      <a:tcTxStyle>
        <a:fontRef idx="minor">
          <a:prstClr val="white"/>
        </a:fontRef>
        <a:schemeClr val="tx1"/>
      </a:tcTxStyle>
      <a:tcStyle>
        <a:tcBdr>
          <a:left>
            <a:ln w="0" cmpd="sng">
              <a:noFill/>
            </a:ln>
          </a:left>
          <a:right>
            <a:ln w="0" cmpd="sng">
              <a:noFill/>
            </a:ln>
          </a:right>
          <a:top>
            <a:ln w="38100" cmpd="sng">
              <a:solidFill>
                <a:schemeClr val="tx1"/>
              </a:solidFill>
            </a:ln>
          </a:top>
          <a:bottom>
            <a:ln w="38100" cmpd="sng">
              <a:solidFill>
                <a:schemeClr val="tx1"/>
              </a:solidFill>
            </a:ln>
          </a:bottom>
          <a:insideH>
            <a:ln w="6350" cmpd="sng">
              <a:solidFill>
                <a:schemeClr val="tx1">
                  <a:lumMod val="85000"/>
                </a:schemeClr>
              </a:solidFill>
            </a:ln>
          </a:insideH>
          <a:insideV>
            <a:ln w="6350" cmpd="sng">
              <a:solidFill>
                <a:schemeClr val="tx1">
                  <a:lumMod val="85000"/>
                </a:schemeClr>
              </a:solidFill>
            </a:ln>
          </a:insideV>
        </a:tcBdr>
        <a:fill>
          <a:noFill/>
        </a:fill>
      </a:tcStyle>
    </a:wholeTbl>
    <a:band1H>
      <a:tcStyle>
        <a:tcBdr/>
      </a:tcStyle>
    </a:band1H>
    <a:band2H>
      <a:tcStyle>
        <a:tcBdr/>
        <a:fill>
          <a:solidFill>
            <a:schemeClr val="bg2"/>
          </a:solidFill>
        </a:fill>
      </a:tcStyle>
    </a:band2H>
    <a:band1V>
      <a:tcStyle>
        <a:tcBdr/>
        <a:fill>
          <a:solidFill>
            <a:schemeClr val="bg2"/>
          </a:solidFill>
        </a:fill>
      </a:tcStyle>
    </a:band1V>
    <a:band2V>
      <a:tcStyle>
        <a:tcBdr/>
      </a:tcStyle>
    </a:band2V>
    <a:lastCol>
      <a:tcTxStyle b="on">
        <a:fontRef idx="minor">
          <a:prstClr val="white"/>
        </a:fontRef>
        <a:schemeClr val="tx1"/>
      </a:tcTxStyle>
      <a:tcStyle>
        <a:tcBdr/>
      </a:tcStyle>
    </a:lastCol>
    <a:firstCol>
      <a:tcTxStyle b="on">
        <a:fontRef idx="minor">
          <a:prstClr val="white"/>
        </a:fontRef>
        <a:schemeClr val="bg1"/>
      </a:tcTxStyle>
      <a:tcStyle>
        <a:tcBdr/>
        <a:fill>
          <a:solidFill>
            <a:schemeClr val="tx1"/>
          </a:solidFill>
        </a:fill>
      </a:tcStyle>
    </a:firstCol>
    <a:lastRow>
      <a:tcTxStyle b="on">
        <a:fontRef idx="minor">
          <a:prstClr val="white"/>
        </a:fontRef>
        <a:schemeClr val="tx1"/>
      </a:tcTxStyle>
      <a:tcStyle>
        <a:tcBdr>
          <a:top>
            <a:ln w="38100" cmpd="sng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prstClr val="white"/>
        </a:fontRef>
        <a:schemeClr val="bg1"/>
      </a:tcTxStyle>
      <a:tcStyle>
        <a:tcBdr/>
        <a:fill>
          <a:solidFill>
            <a:schemeClr val="tx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tx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85" autoAdjust="0"/>
    <p:restoredTop sz="94660"/>
  </p:normalViewPr>
  <p:slideViewPr>
    <p:cSldViewPr snapToGrid="0">
      <p:cViewPr>
        <p:scale>
          <a:sx n="88" d="100"/>
          <a:sy n="88" d="100"/>
        </p:scale>
        <p:origin x="933" y="7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9530"/>
    </p:cViewPr>
  </p:sorterViewPr>
  <p:notesViewPr>
    <p:cSldViewPr snapToGrid="0">
      <p:cViewPr varScale="1">
        <p:scale>
          <a:sx n="97" d="100"/>
          <a:sy n="97" d="100"/>
        </p:scale>
        <p:origin x="2331" y="4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77" Type="http://schemas.openxmlformats.org/officeDocument/2006/relationships/notesMaster" Target="notesMasters/notesMaster1.xml"/><Relationship Id="rId78" Type="http://schemas.openxmlformats.org/officeDocument/2006/relationships/handoutMaster" Target="handoutMasters/handout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Relationship Id="rId83" Type="http://schemas.openxmlformats.org/officeDocument/2006/relationships/customXml" Target="../customXml/item1.xml"/><Relationship Id="rId84" Type="http://schemas.openxmlformats.org/officeDocument/2006/relationships/customXml" Target="../customXml/item2.xml"/><Relationship Id="rId85" Type="http://schemas.openxmlformats.org/officeDocument/2006/relationships/customXml" Target="../customXml/item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08B96D9-A36C-7A99-C221-D4382BA610E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FB9DCA-8B60-F0B6-0E8F-648376B58D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167AD3-2A32-439F-99BC-6A2A96D749B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768076-B105-7D42-A9A1-8A40508CB7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30FA77-6317-23E9-ECAA-DB4333FA81F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1E74B0-7969-4CCD-AE4C-0D91E3F78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8514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00E3-71B1-46FE-9DAB-344F4ED52590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88556F-DD77-4541-89E9-6DB31CF26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858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6209B8-7FFF-C996-B2F0-D12103A919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62BF83E-B644-A045-7D02-9120AD2EBEC0}"/>
              </a:ext>
            </a:extLst>
          </p:cNvPr>
          <p:cNvCxnSpPr>
            <a:cxnSpLocks/>
          </p:cNvCxnSpPr>
          <p:nvPr userDrawn="1"/>
        </p:nvCxnSpPr>
        <p:spPr>
          <a:xfrm>
            <a:off x="2297559" y="379412"/>
            <a:ext cx="0" cy="3087688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Graphic 28">
            <a:extLst>
              <a:ext uri="{FF2B5EF4-FFF2-40B4-BE49-F238E27FC236}">
                <a16:creationId xmlns:a16="http://schemas.microsoft.com/office/drawing/2014/main" id="{31B859BD-C0A0-158B-5332-7D61DC188A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7113" t="9675" r="9190" b="12890"/>
          <a:stretch>
            <a:fillRect/>
          </a:stretch>
        </p:blipFill>
        <p:spPr>
          <a:xfrm>
            <a:off x="355014" y="355300"/>
            <a:ext cx="1526173" cy="10161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7BC9E5-5C0A-43D4-8EC3-3D19A0610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59858" y="381793"/>
            <a:ext cx="7817642" cy="2376027"/>
          </a:xfrm>
        </p:spPr>
        <p:txBody>
          <a:bodyPr anchor="t" anchorCtr="0"/>
          <a:lstStyle>
            <a:lvl1pPr algn="l">
              <a:lnSpc>
                <a:spcPct val="75000"/>
              </a:lnSpc>
              <a:defRPr sz="6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5C169-6272-457A-8024-7D541A00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9856" y="3272743"/>
            <a:ext cx="7817645" cy="1655762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2637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EED161-6F01-5718-5DE8-1839DA8652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7BC9E5-5C0A-43D4-8EC3-3D19A0610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59858" y="381336"/>
            <a:ext cx="7817642" cy="2387600"/>
          </a:xfrm>
        </p:spPr>
        <p:txBody>
          <a:bodyPr anchor="t" anchorCtr="0"/>
          <a:lstStyle>
            <a:lvl1pPr algn="l">
              <a:lnSpc>
                <a:spcPct val="75000"/>
              </a:lnSpc>
              <a:defRPr sz="6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5C169-6272-457A-8024-7D541A00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9858" y="3278302"/>
            <a:ext cx="7817642" cy="1655762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702E21-29E7-CA73-139A-DA7320B259DE}"/>
              </a:ext>
            </a:extLst>
          </p:cNvPr>
          <p:cNvCxnSpPr>
            <a:cxnSpLocks/>
          </p:cNvCxnSpPr>
          <p:nvPr userDrawn="1"/>
        </p:nvCxnSpPr>
        <p:spPr>
          <a:xfrm>
            <a:off x="2297559" y="379412"/>
            <a:ext cx="0" cy="3087688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74F1216A-3B65-51DB-7446-DE8AA52C4B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7113" t="9675" r="9190" b="12890"/>
          <a:stretch>
            <a:fillRect/>
          </a:stretch>
        </p:blipFill>
        <p:spPr>
          <a:xfrm>
            <a:off x="355014" y="355300"/>
            <a:ext cx="1526173" cy="101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92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C7F8A1-5AE5-3617-FBB5-611601C223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21512941-6F69-9142-C610-9CF69B31AE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59858" y="381336"/>
            <a:ext cx="7817642" cy="2387600"/>
          </a:xfrm>
        </p:spPr>
        <p:txBody>
          <a:bodyPr anchor="t" anchorCtr="0"/>
          <a:lstStyle>
            <a:lvl1pPr algn="l">
              <a:lnSpc>
                <a:spcPct val="75000"/>
              </a:lnSpc>
              <a:defRPr sz="6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E2BF2C6-899A-B7D4-448C-A891AE8B3D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9858" y="3278302"/>
            <a:ext cx="7817642" cy="1655762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6056CE-A6A0-2F15-0F78-892A1F4D2D93}"/>
              </a:ext>
            </a:extLst>
          </p:cNvPr>
          <p:cNvCxnSpPr>
            <a:cxnSpLocks/>
          </p:cNvCxnSpPr>
          <p:nvPr userDrawn="1"/>
        </p:nvCxnSpPr>
        <p:spPr>
          <a:xfrm>
            <a:off x="2297559" y="379412"/>
            <a:ext cx="0" cy="3087688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phic 8">
            <a:extLst>
              <a:ext uri="{FF2B5EF4-FFF2-40B4-BE49-F238E27FC236}">
                <a16:creationId xmlns:a16="http://schemas.microsoft.com/office/drawing/2014/main" id="{050F4CDE-18E9-F057-1CEC-43BD305A112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7113" t="9675" r="9190" b="12890"/>
          <a:stretch>
            <a:fillRect/>
          </a:stretch>
        </p:blipFill>
        <p:spPr>
          <a:xfrm>
            <a:off x="355014" y="355300"/>
            <a:ext cx="1526173" cy="101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91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raphic 15" descr="Octave Logo">
            <a:extLst>
              <a:ext uri="{FF2B5EF4-FFF2-40B4-BE49-F238E27FC236}">
                <a16:creationId xmlns:a16="http://schemas.microsoft.com/office/drawing/2014/main" id="{93817E42-D292-0FFF-23AC-CE41332108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922" t="17516" r="12249" b="23355"/>
          <a:stretch>
            <a:fillRect/>
          </a:stretch>
        </p:blipFill>
        <p:spPr>
          <a:xfrm>
            <a:off x="152900" y="1718735"/>
            <a:ext cx="11908242" cy="4876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7BC9E5-5C0A-43D4-8EC3-3D19A0610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62739" y="381934"/>
            <a:ext cx="5148257" cy="2418646"/>
          </a:xfrm>
        </p:spPr>
        <p:txBody>
          <a:bodyPr anchor="t" anchorCtr="0"/>
          <a:lstStyle>
            <a:lvl1pPr algn="l">
              <a:lnSpc>
                <a:spcPct val="75000"/>
              </a:lnSpc>
              <a:defRPr sz="6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5C169-6272-457A-8024-7D541A00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62739" y="3279048"/>
            <a:ext cx="5148261" cy="1060622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4609F01-694D-1765-1C68-66B95351461E}"/>
              </a:ext>
            </a:extLst>
          </p:cNvPr>
          <p:cNvCxnSpPr>
            <a:cxnSpLocks/>
          </p:cNvCxnSpPr>
          <p:nvPr userDrawn="1"/>
        </p:nvCxnSpPr>
        <p:spPr>
          <a:xfrm>
            <a:off x="6278062" y="381934"/>
            <a:ext cx="0" cy="3097072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572D211-0ADD-FC21-8450-2B2D7F614C54}"/>
              </a:ext>
            </a:extLst>
          </p:cNvPr>
          <p:cNvSpPr txBox="1"/>
          <p:nvPr userDrawn="1"/>
        </p:nvSpPr>
        <p:spPr>
          <a:xfrm>
            <a:off x="323365" y="382991"/>
            <a:ext cx="583890" cy="123111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>
            <a:spAutoFit/>
          </a:bodyPr>
          <a:lstStyle/>
          <a:p>
            <a:pPr algn="r"/>
            <a:r>
              <a:rPr lang="en-US" sz="800" dirty="0">
                <a:solidFill>
                  <a:schemeClr val="tx1"/>
                </a:solidFill>
                <a:latin typeface="+mj-lt"/>
              </a:rPr>
              <a:t>octave.com</a:t>
            </a:r>
          </a:p>
        </p:txBody>
      </p:sp>
    </p:spTree>
    <p:extLst>
      <p:ext uri="{BB962C8B-B14F-4D97-AF65-F5344CB8AC3E}">
        <p14:creationId xmlns:p14="http://schemas.microsoft.com/office/powerpoint/2010/main" val="3425089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66A4D4A-FA64-A420-5B77-8627054DF1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B620C9F-1013-4B0A-9633-6F2288270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501" y="406079"/>
            <a:ext cx="9142476" cy="3260617"/>
          </a:xfrm>
        </p:spPr>
        <p:txBody>
          <a:bodyPr anchor="t" anchorCtr="0"/>
          <a:lstStyle>
            <a:lvl1pPr>
              <a:lnSpc>
                <a:spcPct val="75000"/>
              </a:lnSpc>
              <a:defRPr sz="80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8C6A6-4640-4F1C-A803-3B536F478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26FAA-CA72-411C-8050-94744D6E7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272199-A5BC-41D3-BB67-59B66A9BF6E2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32307-4F6B-8360-BC75-0E5043C41E69}"/>
              </a:ext>
            </a:extLst>
          </p:cNvPr>
          <p:cNvSpPr txBox="1"/>
          <p:nvPr userDrawn="1"/>
        </p:nvSpPr>
        <p:spPr>
          <a:xfrm>
            <a:off x="11291888" y="6459928"/>
            <a:ext cx="583890" cy="107722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>
            <a:spAutoFit/>
          </a:bodyPr>
          <a:lstStyle/>
          <a:p>
            <a:pPr algn="r"/>
            <a:r>
              <a:rPr lang="en-US" sz="700" dirty="0">
                <a:solidFill>
                  <a:schemeClr val="bg1"/>
                </a:solidFill>
              </a:rPr>
              <a:t>octave.com</a:t>
            </a:r>
          </a:p>
        </p:txBody>
      </p:sp>
    </p:spTree>
    <p:extLst>
      <p:ext uri="{BB962C8B-B14F-4D97-AF65-F5344CB8AC3E}">
        <p14:creationId xmlns:p14="http://schemas.microsoft.com/office/powerpoint/2010/main" val="3134718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B06578F-0268-E443-9F9A-2FEAC130182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8C6A6-4640-4F1C-A803-3B536F478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26FAA-CA72-411C-8050-94744D6E7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272199-A5BC-41D3-BB67-59B66A9BF6E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11C2A7-5A75-BFD0-2AB6-69A1FEE4F13C}"/>
              </a:ext>
            </a:extLst>
          </p:cNvPr>
          <p:cNvSpPr txBox="1"/>
          <p:nvPr userDrawn="1"/>
        </p:nvSpPr>
        <p:spPr>
          <a:xfrm>
            <a:off x="11291888" y="6459928"/>
            <a:ext cx="583890" cy="107722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>
            <a:spAutoFit/>
          </a:bodyPr>
          <a:lstStyle/>
          <a:p>
            <a:pPr algn="r"/>
            <a:r>
              <a:rPr lang="en-US" sz="700" dirty="0">
                <a:solidFill>
                  <a:schemeClr val="bg1"/>
                </a:solidFill>
              </a:rPr>
              <a:t>octave.com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8824B13-9681-12D1-A465-5541EB7C2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62535" y="1355495"/>
            <a:ext cx="5148465" cy="240223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1783BA5-1E0B-133D-DCBF-597C38DE3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501" y="379413"/>
            <a:ext cx="5148465" cy="3287283"/>
          </a:xfrm>
        </p:spPr>
        <p:txBody>
          <a:bodyPr anchor="t" anchorCtr="0"/>
          <a:lstStyle>
            <a:lvl1pPr>
              <a:lnSpc>
                <a:spcPct val="75000"/>
              </a:lnSpc>
              <a:defRPr sz="80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70383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A1C36C5-AD8F-B9B4-8927-9A9456C630F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8C6A6-4640-4F1C-A803-3B536F478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26FAA-CA72-411C-8050-94744D6E7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E9DB94D0-86CF-368C-CCC7-9DED9F2AB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62538" y="1353835"/>
            <a:ext cx="5149332" cy="240223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7C9B8C8-7156-2104-873D-28AC13450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501" y="379413"/>
            <a:ext cx="5149332" cy="3287283"/>
          </a:xfrm>
        </p:spPr>
        <p:txBody>
          <a:bodyPr anchor="t" anchorCtr="0"/>
          <a:lstStyle>
            <a:lvl1pPr>
              <a:lnSpc>
                <a:spcPct val="75000"/>
              </a:lnSpc>
              <a:defRPr sz="80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164070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9EF8E486-9F2C-4DF2-2F42-66BAACF5A7B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2425" y="0"/>
            <a:ext cx="5489575" cy="6858000"/>
          </a:xfrm>
          <a:solidFill>
            <a:schemeClr val="bg1">
              <a:lumMod val="10000"/>
              <a:lumOff val="90000"/>
            </a:schemeClr>
          </a:solidFill>
        </p:spPr>
        <p:txBody>
          <a:bodyPr tIns="201168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8C6A6-4640-4F1C-A803-3B536F478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26FAA-CA72-411C-8050-94744D6E7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0ACD3B8-E929-CC08-F365-096A2257B45B}"/>
              </a:ext>
            </a:extLst>
          </p:cNvPr>
          <p:cNvCxnSpPr>
            <a:cxnSpLocks/>
          </p:cNvCxnSpPr>
          <p:nvPr userDrawn="1"/>
        </p:nvCxnSpPr>
        <p:spPr>
          <a:xfrm>
            <a:off x="1018772" y="317834"/>
            <a:ext cx="0" cy="6216316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42D786F7-DF38-3987-9DBD-7C3361CC4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501" y="379413"/>
            <a:ext cx="5199123" cy="3287283"/>
          </a:xfrm>
        </p:spPr>
        <p:txBody>
          <a:bodyPr anchor="t" anchorCtr="0"/>
          <a:lstStyle>
            <a:lvl1pPr>
              <a:lnSpc>
                <a:spcPct val="75000"/>
              </a:lnSpc>
              <a:defRPr sz="80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5958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272199-A5BC-41D3-BB67-59B66A9BF6E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E8625B4-83CA-691A-187D-CAC5F57E1E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6799" y="382160"/>
            <a:ext cx="3810351" cy="779994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531731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6799" y="382160"/>
            <a:ext cx="3810351" cy="779994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>
            <a:solidFill>
              <a:schemeClr val="tx1"/>
            </a:solidFill>
          </a:ln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5343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ntr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0843" y="1357331"/>
            <a:ext cx="4678004" cy="4511158"/>
          </a:xfrm>
        </p:spPr>
        <p:txBody>
          <a:bodyPr/>
          <a:lstStyle>
            <a:lvl1pPr>
              <a:lnSpc>
                <a:spcPct val="75000"/>
              </a:lnSpc>
              <a:defRPr sz="60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DCE7-747E-4395-8EBF-8F8D3E063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3294" y="1354950"/>
            <a:ext cx="5147706" cy="4511158"/>
          </a:xfrm>
        </p:spPr>
        <p:txBody>
          <a:bodyPr>
            <a:noAutofit/>
          </a:bodyPr>
          <a:lstStyle>
            <a:lvl1pPr>
              <a:defRPr sz="2000" b="1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2308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ntro Cont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0843" y="1357331"/>
            <a:ext cx="4678004" cy="4511158"/>
          </a:xfrm>
        </p:spPr>
        <p:txBody>
          <a:bodyPr/>
          <a:lstStyle>
            <a:lvl1pPr>
              <a:lnSpc>
                <a:spcPct val="75000"/>
              </a:lnSpc>
              <a:defRPr sz="60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DCE7-747E-4395-8EBF-8F8D3E063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3294" y="1354950"/>
            <a:ext cx="5147706" cy="4511158"/>
          </a:xfrm>
        </p:spPr>
        <p:txBody>
          <a:bodyPr>
            <a:noAutofit/>
          </a:bodyPr>
          <a:lstStyle>
            <a:lvl1pPr>
              <a:defRPr sz="2000" b="1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857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ntro Two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0843" y="1357331"/>
            <a:ext cx="4678004" cy="4511158"/>
          </a:xfrm>
        </p:spPr>
        <p:txBody>
          <a:bodyPr/>
          <a:lstStyle>
            <a:lvl1pPr>
              <a:lnSpc>
                <a:spcPct val="75000"/>
              </a:lnSpc>
              <a:defRPr sz="60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DCE7-747E-4395-8EBF-8F8D3E063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766" y="1354950"/>
            <a:ext cx="2481234" cy="4511158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4B4BE62-364D-80A0-6002-3091802A054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336558" y="1354950"/>
            <a:ext cx="2474442" cy="4511158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02589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ntro Two Cont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0843" y="1357331"/>
            <a:ext cx="4678004" cy="4511158"/>
          </a:xfrm>
        </p:spPr>
        <p:txBody>
          <a:bodyPr/>
          <a:lstStyle>
            <a:lvl1pPr>
              <a:lnSpc>
                <a:spcPct val="75000"/>
              </a:lnSpc>
              <a:defRPr sz="60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DCE7-747E-4395-8EBF-8F8D3E063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766" y="1354950"/>
            <a:ext cx="2481234" cy="4511158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4B4BE62-364D-80A0-6002-3091802A054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336558" y="1354950"/>
            <a:ext cx="2474442" cy="4511158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43499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81" y="1353861"/>
            <a:ext cx="2474393" cy="4511158"/>
          </a:xfrm>
        </p:spPr>
        <p:txBody>
          <a:bodyPr/>
          <a:lstStyle>
            <a:lvl1pPr>
              <a:lnSpc>
                <a:spcPct val="750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DCE7-747E-4395-8EBF-8F8D3E063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071" y="1353861"/>
            <a:ext cx="6480929" cy="4511158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2000" b="1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 marL="230188" indent="-230188">
              <a:defRPr sz="2000">
                <a:solidFill>
                  <a:schemeClr val="tx1"/>
                </a:solidFill>
              </a:defRPr>
            </a:lvl3pPr>
            <a:lvl4pPr marL="461963" indent="-231775">
              <a:defRPr sz="2000">
                <a:solidFill>
                  <a:schemeClr val="tx1"/>
                </a:solidFill>
              </a:defRPr>
            </a:lvl4pPr>
            <a:lvl5pPr marL="684213" indent="-222250"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18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81" y="1353861"/>
            <a:ext cx="2474393" cy="4511158"/>
          </a:xfrm>
        </p:spPr>
        <p:txBody>
          <a:bodyPr/>
          <a:lstStyle>
            <a:lvl1pPr>
              <a:lnSpc>
                <a:spcPct val="750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DCE7-747E-4395-8EBF-8F8D3E063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071" y="1353861"/>
            <a:ext cx="6480929" cy="4511158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2000" b="1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 marL="230188" indent="-230188">
              <a:defRPr sz="2000">
                <a:solidFill>
                  <a:schemeClr val="tx1"/>
                </a:solidFill>
              </a:defRPr>
            </a:lvl3pPr>
            <a:lvl4pPr marL="461963" indent="-231775">
              <a:defRPr sz="2000">
                <a:solidFill>
                  <a:schemeClr val="tx1"/>
                </a:solidFill>
              </a:defRPr>
            </a:lvl4pPr>
            <a:lvl5pPr marL="684213" indent="-222250"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1340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81" y="1354949"/>
            <a:ext cx="2474393" cy="4515625"/>
          </a:xfrm>
        </p:spPr>
        <p:txBody>
          <a:bodyPr/>
          <a:lstStyle>
            <a:lvl1pPr>
              <a:lnSpc>
                <a:spcPct val="750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7A320DB-9D8C-28C8-522F-5E78227E3E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3287" y="1354949"/>
            <a:ext cx="3815626" cy="4515625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9277B5D-D318-7262-1627-97361D33F73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004098" y="1354949"/>
            <a:ext cx="3806902" cy="4515625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52450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Wide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81" y="1354949"/>
            <a:ext cx="2474393" cy="4515625"/>
          </a:xfrm>
        </p:spPr>
        <p:txBody>
          <a:bodyPr/>
          <a:lstStyle>
            <a:lvl1pPr>
              <a:lnSpc>
                <a:spcPct val="750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7A320DB-9D8C-28C8-522F-5E78227E3E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3287" y="1354949"/>
            <a:ext cx="3815626" cy="4515625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9277B5D-D318-7262-1627-97361D33F73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004098" y="1354949"/>
            <a:ext cx="3806902" cy="4515625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37829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79" y="1354950"/>
            <a:ext cx="4678004" cy="1749853"/>
          </a:xfrm>
        </p:spPr>
        <p:txBody>
          <a:bodyPr/>
          <a:lstStyle>
            <a:lvl1pPr>
              <a:lnSpc>
                <a:spcPct val="75000"/>
              </a:lnSpc>
              <a:defRPr sz="60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750BDE4-0AE0-B83C-768A-DC56A27E55E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323974" y="3699494"/>
            <a:ext cx="4608665" cy="2168995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A788789-AF8B-EA91-1DF3-5C4FBCE2CDC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661944" y="379413"/>
            <a:ext cx="5144778" cy="6097586"/>
          </a:xfrm>
          <a:solidFill>
            <a:schemeClr val="bg1">
              <a:lumMod val="10000"/>
              <a:lumOff val="90000"/>
            </a:schemeClr>
          </a:solidFill>
        </p:spPr>
        <p:txBody>
          <a:bodyPr tIns="146304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0671640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79" y="1354950"/>
            <a:ext cx="4678004" cy="1749853"/>
          </a:xfrm>
        </p:spPr>
        <p:txBody>
          <a:bodyPr/>
          <a:lstStyle>
            <a:lvl1pPr>
              <a:lnSpc>
                <a:spcPct val="75000"/>
              </a:lnSpc>
              <a:defRPr sz="60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750BDE4-0AE0-B83C-768A-DC56A27E55E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323974" y="3699494"/>
            <a:ext cx="4608665" cy="2168995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A788789-AF8B-EA91-1DF3-5C4FBCE2CDC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661944" y="379413"/>
            <a:ext cx="5144778" cy="6097586"/>
          </a:xfrm>
          <a:solidFill>
            <a:schemeClr val="bg1">
              <a:lumMod val="10000"/>
              <a:lumOff val="90000"/>
            </a:schemeClr>
          </a:solidFill>
        </p:spPr>
        <p:txBody>
          <a:bodyPr tIns="146304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477711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81" y="1354008"/>
            <a:ext cx="2474394" cy="1017274"/>
          </a:xfrm>
        </p:spPr>
        <p:txBody>
          <a:bodyPr/>
          <a:lstStyle>
            <a:lvl1pPr>
              <a:lnSpc>
                <a:spcPct val="75000"/>
              </a:lnSpc>
              <a:defRPr sz="40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750BDE4-0AE0-B83C-768A-DC56A27E55E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330843" y="2736112"/>
            <a:ext cx="2469632" cy="3132377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A788789-AF8B-EA91-1DF3-5C4FBCE2CDC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994094" y="1354008"/>
            <a:ext cx="3814819" cy="2705194"/>
          </a:xfrm>
          <a:solidFill>
            <a:schemeClr val="bg1">
              <a:lumMod val="10000"/>
              <a:lumOff val="90000"/>
            </a:schemeClr>
          </a:solidFill>
        </p:spPr>
        <p:txBody>
          <a:bodyPr tIns="45720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F6EEFB01-9D4D-89C9-0FBC-F423C32870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03381" y="1354008"/>
            <a:ext cx="3807619" cy="2705194"/>
          </a:xfrm>
          <a:solidFill>
            <a:schemeClr val="bg1">
              <a:lumMod val="10000"/>
              <a:lumOff val="90000"/>
            </a:schemeClr>
          </a:solidFill>
        </p:spPr>
        <p:txBody>
          <a:bodyPr tIns="45720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03EA540-2ACF-8EE1-15AB-7127AAFEFB45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994094" y="4220339"/>
            <a:ext cx="2481320" cy="27307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800" b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Figure X.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59BD21F-7EE3-ECCD-7CBA-2616DAE482AE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8003381" y="4220339"/>
            <a:ext cx="2474119" cy="27307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800" b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Figure X.</a:t>
            </a:r>
          </a:p>
        </p:txBody>
      </p:sp>
    </p:spTree>
    <p:extLst>
      <p:ext uri="{BB962C8B-B14F-4D97-AF65-F5344CB8AC3E}">
        <p14:creationId xmlns:p14="http://schemas.microsoft.com/office/powerpoint/2010/main" val="23300315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Images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81" y="1354008"/>
            <a:ext cx="2474394" cy="1017274"/>
          </a:xfrm>
        </p:spPr>
        <p:txBody>
          <a:bodyPr/>
          <a:lstStyle>
            <a:lvl1pPr>
              <a:lnSpc>
                <a:spcPct val="75000"/>
              </a:lnSpc>
              <a:defRPr sz="40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750BDE4-0AE0-B83C-768A-DC56A27E55E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330843" y="2736112"/>
            <a:ext cx="2469632" cy="3132377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A788789-AF8B-EA91-1DF3-5C4FBCE2CDC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994094" y="1354008"/>
            <a:ext cx="3814819" cy="2705194"/>
          </a:xfrm>
          <a:solidFill>
            <a:schemeClr val="bg1">
              <a:lumMod val="10000"/>
              <a:lumOff val="90000"/>
            </a:schemeClr>
          </a:solidFill>
        </p:spPr>
        <p:txBody>
          <a:bodyPr tIns="45720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F6EEFB01-9D4D-89C9-0FBC-F423C32870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03381" y="1354008"/>
            <a:ext cx="3807619" cy="2705194"/>
          </a:xfrm>
          <a:solidFill>
            <a:schemeClr val="bg1">
              <a:lumMod val="10000"/>
              <a:lumOff val="90000"/>
            </a:schemeClr>
          </a:solidFill>
        </p:spPr>
        <p:txBody>
          <a:bodyPr tIns="45720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03EA540-2ACF-8EE1-15AB-7127AAFEFB45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994094" y="4220339"/>
            <a:ext cx="2481320" cy="27307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800" b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Figure X.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59BD21F-7EE3-ECCD-7CBA-2616DAE482AE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8003381" y="4220339"/>
            <a:ext cx="2474119" cy="27307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800" b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Figure X.</a:t>
            </a:r>
          </a:p>
        </p:txBody>
      </p:sp>
    </p:spTree>
    <p:extLst>
      <p:ext uri="{BB962C8B-B14F-4D97-AF65-F5344CB8AC3E}">
        <p14:creationId xmlns:p14="http://schemas.microsoft.com/office/powerpoint/2010/main" val="27465217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81" y="1354950"/>
            <a:ext cx="2474393" cy="4511158"/>
          </a:xfrm>
        </p:spPr>
        <p:txBody>
          <a:bodyPr/>
          <a:lstStyle>
            <a:lvl1pPr>
              <a:lnSpc>
                <a:spcPct val="750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7A320DB-9D8C-28C8-522F-5E78227E3E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3287" y="1357331"/>
            <a:ext cx="2482125" cy="4513244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2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9277B5D-D318-7262-1627-97361D33F73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663463" y="1357331"/>
            <a:ext cx="2480537" cy="4511158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2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22C6EAAB-9319-44D0-79E2-98907971A36F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9336752" y="1357331"/>
            <a:ext cx="2474248" cy="4511158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2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5800929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hree Cont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81" y="1354950"/>
            <a:ext cx="2474393" cy="4511158"/>
          </a:xfrm>
        </p:spPr>
        <p:txBody>
          <a:bodyPr/>
          <a:lstStyle>
            <a:lvl1pPr>
              <a:lnSpc>
                <a:spcPct val="750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7A320DB-9D8C-28C8-522F-5E78227E3E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3287" y="1357331"/>
            <a:ext cx="2482125" cy="4513244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2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9277B5D-D318-7262-1627-97361D33F73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663463" y="1357331"/>
            <a:ext cx="2480537" cy="4511158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2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22C6EAAB-9319-44D0-79E2-98907971A36F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9336752" y="1357331"/>
            <a:ext cx="2474248" cy="4511158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2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760758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F1B13D3-084B-46D8-D218-F99EFE76AF2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325299" y="1355725"/>
            <a:ext cx="2475172" cy="2168995"/>
          </a:xfrm>
        </p:spPr>
        <p:txBody>
          <a:bodyPr/>
          <a:lstStyle>
            <a:lvl1pPr>
              <a:spcBef>
                <a:spcPts val="1200"/>
              </a:spcBef>
              <a:spcAft>
                <a:spcPts val="0"/>
              </a:spcAft>
              <a:defRPr sz="1600" b="1">
                <a:solidFill>
                  <a:schemeClr val="tx1"/>
                </a:solidFill>
              </a:defRPr>
            </a:lvl1pPr>
            <a:lvl2pPr>
              <a:spcBef>
                <a:spcPts val="900"/>
              </a:spcBef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FDDAED1-58C9-84B6-CF72-41D841E8A6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6082" y="379878"/>
            <a:ext cx="7817918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8480157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Table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F1B13D3-084B-46D8-D218-F99EFE76AF2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326081" y="1355725"/>
            <a:ext cx="2474394" cy="2168995"/>
          </a:xfrm>
        </p:spPr>
        <p:txBody>
          <a:bodyPr>
            <a:noAutofit/>
          </a:bodyPr>
          <a:lstStyle>
            <a:lvl1pPr>
              <a:spcBef>
                <a:spcPts val="1200"/>
              </a:spcBef>
              <a:spcAft>
                <a:spcPts val="0"/>
              </a:spcAft>
              <a:defRPr sz="1600" b="1">
                <a:solidFill>
                  <a:schemeClr val="tx1"/>
                </a:solidFill>
              </a:defRPr>
            </a:lvl1pPr>
            <a:lvl2pPr>
              <a:spcBef>
                <a:spcPts val="900"/>
              </a:spcBef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C462C05-263D-34A7-099A-F1173849AD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6081" y="379878"/>
            <a:ext cx="7817919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9402666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end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0843" y="394401"/>
            <a:ext cx="7813157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Calendar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0225F75-6FCE-8995-2B30-937CAC9964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3975" y="1048262"/>
            <a:ext cx="3214877" cy="4820671"/>
          </a:xfrm>
        </p:spPr>
        <p:txBody>
          <a:bodyPr>
            <a:noAutofit/>
          </a:bodyPr>
          <a:lstStyle>
            <a:lvl1pPr>
              <a:spcBef>
                <a:spcPts val="2100"/>
              </a:spcBef>
              <a:spcAft>
                <a:spcPts val="300"/>
              </a:spcAft>
              <a:defRPr sz="1100" b="1">
                <a:solidFill>
                  <a:schemeClr val="tx1"/>
                </a:solidFill>
              </a:defRPr>
            </a:lvl1pPr>
            <a:lvl2pPr>
              <a:lnSpc>
                <a:spcPct val="105000"/>
              </a:lnSpc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bg1"/>
                </a:solidFill>
              </a:defRPr>
            </a:lvl3pPr>
            <a:lvl4pPr>
              <a:defRPr sz="1100">
                <a:solidFill>
                  <a:schemeClr val="bg1"/>
                </a:solidFill>
              </a:defRPr>
            </a:lvl4pPr>
            <a:lvl5pPr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8894452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enda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0843" y="394401"/>
            <a:ext cx="7813157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Calendar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0225F75-6FCE-8995-2B30-937CAC9964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3975" y="1048262"/>
            <a:ext cx="3214877" cy="4820671"/>
          </a:xfrm>
        </p:spPr>
        <p:txBody>
          <a:bodyPr>
            <a:noAutofit/>
          </a:bodyPr>
          <a:lstStyle>
            <a:lvl1pPr>
              <a:spcBef>
                <a:spcPts val="2100"/>
              </a:spcBef>
              <a:spcAft>
                <a:spcPts val="300"/>
              </a:spcAft>
              <a:defRPr sz="1100" b="1">
                <a:solidFill>
                  <a:schemeClr val="tx1"/>
                </a:solidFill>
              </a:defRPr>
            </a:lvl1pPr>
            <a:lvl2pPr>
              <a:lnSpc>
                <a:spcPct val="105000"/>
              </a:lnSpc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bg1"/>
                </a:solidFill>
              </a:defRPr>
            </a:lvl3pPr>
            <a:lvl4pPr>
              <a:defRPr sz="1100">
                <a:solidFill>
                  <a:schemeClr val="bg1"/>
                </a:solidFill>
              </a:defRPr>
            </a:lvl4pPr>
            <a:lvl5pPr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1019713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enda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3589F1F-8DC8-107C-F60E-73F583504F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5300" y="379413"/>
            <a:ext cx="7818700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Calendar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05140E3-1909-FB50-8200-59ED0F431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5300" y="1355725"/>
            <a:ext cx="2475176" cy="4820671"/>
          </a:xfrm>
        </p:spPr>
        <p:txBody>
          <a:bodyPr>
            <a:noAutofit/>
          </a:bodyPr>
          <a:lstStyle>
            <a:lvl1pPr>
              <a:spcBef>
                <a:spcPts val="900"/>
              </a:spcBef>
              <a:spcAft>
                <a:spcPts val="300"/>
              </a:spcAft>
              <a:defRPr sz="1400" b="1">
                <a:solidFill>
                  <a:schemeClr val="tx1"/>
                </a:solidFill>
              </a:defRPr>
            </a:lvl1pPr>
            <a:lvl2pPr>
              <a:lnSpc>
                <a:spcPct val="105000"/>
              </a:lnSpc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bg1"/>
                </a:solidFill>
              </a:defRPr>
            </a:lvl3pPr>
            <a:lvl4pPr>
              <a:defRPr sz="1100">
                <a:solidFill>
                  <a:schemeClr val="bg1"/>
                </a:solidFill>
              </a:defRPr>
            </a:lvl4pPr>
            <a:lvl5pPr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8137073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endar 2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5300" y="379413"/>
            <a:ext cx="7818700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Calendar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0225F75-6FCE-8995-2B30-937CAC9964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5300" y="1355725"/>
            <a:ext cx="2475176" cy="4820671"/>
          </a:xfrm>
        </p:spPr>
        <p:txBody>
          <a:bodyPr>
            <a:noAutofit/>
          </a:bodyPr>
          <a:lstStyle>
            <a:lvl1pPr>
              <a:spcBef>
                <a:spcPts val="900"/>
              </a:spcBef>
              <a:spcAft>
                <a:spcPts val="300"/>
              </a:spcAft>
              <a:defRPr sz="1400" b="1">
                <a:solidFill>
                  <a:schemeClr val="tx1"/>
                </a:solidFill>
              </a:defRPr>
            </a:lvl1pPr>
            <a:lvl2pPr>
              <a:lnSpc>
                <a:spcPct val="105000"/>
              </a:lnSpc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bg1"/>
                </a:solidFill>
              </a:defRPr>
            </a:lvl3pPr>
            <a:lvl4pPr>
              <a:defRPr sz="1100">
                <a:solidFill>
                  <a:schemeClr val="bg1"/>
                </a:solidFill>
              </a:defRPr>
            </a:lvl4pPr>
            <a:lvl5pPr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1188005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8CA50-AF68-493A-8F61-A331B95E8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A87BAC-BE24-47F8-9233-E9ECB600F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D5BCCA-7BD5-4ABC-BE50-3F9F4169E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94951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Side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8CA50-AF68-493A-8F61-A331B95E8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A87BAC-BE24-47F8-9233-E9ECB600F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D5BCCA-7BD5-4ABC-BE50-3F9F4169E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3873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A87BAC-BE24-47F8-9233-E9ECB600F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D5BCCA-7BD5-4ABC-BE50-3F9F4169E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77336BF-3FFF-D1B5-051C-E19B07687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6082" y="379878"/>
            <a:ext cx="7817918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24516652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A87BAC-BE24-47F8-9233-E9ECB600F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D5BCCA-7BD5-4ABC-BE50-3F9F4169E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77336BF-3FFF-D1B5-051C-E19B07687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6082" y="379878"/>
            <a:ext cx="7817918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3290182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6082" y="379878"/>
            <a:ext cx="7817918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0225F75-6FCE-8995-2B30-937CAC9964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0843" y="1355725"/>
            <a:ext cx="2469628" cy="4820671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300"/>
              </a:spcAft>
              <a:defRPr sz="1600" b="1">
                <a:solidFill>
                  <a:schemeClr val="tx1"/>
                </a:solidFill>
              </a:defRPr>
            </a:lvl1pPr>
            <a:lvl2pPr>
              <a:lnSpc>
                <a:spcPct val="105000"/>
              </a:lnSpc>
              <a:defRPr sz="1100" b="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bg1"/>
                </a:solidFill>
              </a:defRPr>
            </a:lvl3pPr>
            <a:lvl4pPr>
              <a:defRPr sz="1100">
                <a:solidFill>
                  <a:schemeClr val="bg1"/>
                </a:solidFill>
              </a:defRPr>
            </a:lvl4pPr>
            <a:lvl5pPr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7268758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6082" y="379878"/>
            <a:ext cx="7817918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0225F75-6FCE-8995-2B30-937CAC9964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0843" y="1355725"/>
            <a:ext cx="2469628" cy="4820671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300"/>
              </a:spcAft>
              <a:defRPr sz="1600" b="1">
                <a:solidFill>
                  <a:schemeClr val="tx1"/>
                </a:solidFill>
              </a:defRPr>
            </a:lvl1pPr>
            <a:lvl2pPr>
              <a:lnSpc>
                <a:spcPct val="105000"/>
              </a:lnSpc>
              <a:defRPr sz="1100" b="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bg1"/>
                </a:solidFill>
              </a:defRPr>
            </a:lvl3pPr>
            <a:lvl4pPr>
              <a:defRPr sz="1100">
                <a:solidFill>
                  <a:schemeClr val="bg1"/>
                </a:solidFill>
              </a:defRPr>
            </a:lvl4pPr>
            <a:lvl5pPr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1629975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and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6222" y="-281169"/>
            <a:ext cx="4189022" cy="246656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Title for accessibility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0225F75-6FCE-8995-2B30-937CAC9964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958" y="379413"/>
            <a:ext cx="3705709" cy="476018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defRPr sz="1100" b="1">
                <a:solidFill>
                  <a:schemeClr val="tx1"/>
                </a:solidFill>
              </a:defRPr>
            </a:lvl1pPr>
            <a:lvl2pPr>
              <a:lnSpc>
                <a:spcPct val="100000"/>
              </a:lnSpc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bg1"/>
                </a:solidFill>
              </a:defRPr>
            </a:lvl3pPr>
            <a:lvl4pPr>
              <a:defRPr sz="1100">
                <a:solidFill>
                  <a:schemeClr val="bg1"/>
                </a:solidFill>
              </a:defRPr>
            </a:lvl4pPr>
            <a:lvl5pPr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072FC12-E88F-62C0-DF9B-0879597E342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113" t="9675" r="9190" b="12890"/>
          <a:stretch>
            <a:fillRect/>
          </a:stretch>
        </p:blipFill>
        <p:spPr>
          <a:xfrm>
            <a:off x="363801" y="5347604"/>
            <a:ext cx="1267989" cy="844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14635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and Graphic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6222" y="-281169"/>
            <a:ext cx="4189022" cy="246656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Title for accessibility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0225F75-6FCE-8995-2B30-937CAC9964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958" y="379413"/>
            <a:ext cx="3705709" cy="476018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defRPr sz="1100" b="1">
                <a:solidFill>
                  <a:schemeClr val="tx1"/>
                </a:solidFill>
              </a:defRPr>
            </a:lvl1pPr>
            <a:lvl2pPr>
              <a:lnSpc>
                <a:spcPct val="100000"/>
              </a:lnSpc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bg1"/>
                </a:solidFill>
              </a:defRPr>
            </a:lvl3pPr>
            <a:lvl4pPr>
              <a:defRPr sz="1100">
                <a:solidFill>
                  <a:schemeClr val="bg1"/>
                </a:solidFill>
              </a:defRPr>
            </a:lvl4pPr>
            <a:lvl5pPr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3D27DB5-6C75-36C6-B6F4-9294FDF1994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113" t="9675" r="9190" b="12890"/>
          <a:stretch>
            <a:fillRect/>
          </a:stretch>
        </p:blipFill>
        <p:spPr>
          <a:xfrm>
            <a:off x="363801" y="5347604"/>
            <a:ext cx="1267989" cy="844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3960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577F42D0-0FAD-02BF-AF59-6554E96DEE5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B895E8-1EA9-46F3-A534-A5690000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E0A8AD-F6AC-430C-80A6-E3A0781E9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8879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Slide Image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577F42D0-0FAD-02BF-AF59-6554E96DEE5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B895E8-1EA9-46F3-A534-A5690000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E0A8AD-F6AC-430C-80A6-E3A0781E9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9566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B895E8-1EA9-46F3-A534-A5690000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E0A8AD-F6AC-430C-80A6-E3A0781E9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52572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B895E8-1EA9-46F3-A534-A5690000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E0A8AD-F6AC-430C-80A6-E3A0781E9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3377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W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81" y="1357331"/>
            <a:ext cx="2469632" cy="1004129"/>
          </a:xfrm>
        </p:spPr>
        <p:txBody>
          <a:bodyPr/>
          <a:lstStyle>
            <a:lvl1pPr>
              <a:lnSpc>
                <a:spcPct val="75000"/>
              </a:lnSpc>
              <a:defRPr sz="44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750BDE4-0AE0-B83C-768A-DC56A27E55E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326082" y="2716568"/>
            <a:ext cx="2474394" cy="3151922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A788789-AF8B-EA91-1DF3-5C4FBCE2CDC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990975" y="382991"/>
            <a:ext cx="7820026" cy="5865409"/>
          </a:xfrm>
          <a:solidFill>
            <a:schemeClr val="bg1">
              <a:lumMod val="10000"/>
              <a:lumOff val="90000"/>
            </a:schemeClr>
          </a:solidFill>
        </p:spPr>
        <p:txBody>
          <a:bodyPr tIns="1737360">
            <a:noAutofit/>
          </a:bodyPr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3642382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Wide Image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81" y="1357331"/>
            <a:ext cx="2469632" cy="1004129"/>
          </a:xfrm>
        </p:spPr>
        <p:txBody>
          <a:bodyPr/>
          <a:lstStyle>
            <a:lvl1pPr>
              <a:lnSpc>
                <a:spcPct val="75000"/>
              </a:lnSpc>
              <a:defRPr sz="44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750BDE4-0AE0-B83C-768A-DC56A27E55E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326082" y="2716568"/>
            <a:ext cx="2474394" cy="3151922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A788789-AF8B-EA91-1DF3-5C4FBCE2CDC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990975" y="382991"/>
            <a:ext cx="7820026" cy="5865409"/>
          </a:xfrm>
          <a:solidFill>
            <a:schemeClr val="bg1">
              <a:lumMod val="10000"/>
              <a:lumOff val="90000"/>
            </a:schemeClr>
          </a:solidFill>
        </p:spPr>
        <p:txBody>
          <a:bodyPr tIns="1737360">
            <a:noAutofit/>
          </a:bodyPr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403710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81" y="1354950"/>
            <a:ext cx="2474393" cy="4511158"/>
          </a:xfrm>
        </p:spPr>
        <p:txBody>
          <a:bodyPr/>
          <a:lstStyle>
            <a:lvl1pPr>
              <a:lnSpc>
                <a:spcPct val="75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7A320DB-9D8C-28C8-522F-5E78227E3E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3287" y="1352550"/>
            <a:ext cx="3815626" cy="4511158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9277B5D-D318-7262-1627-97361D33F73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001000" y="1357331"/>
            <a:ext cx="3810000" cy="4511158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41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24" userDrawn="1">
          <p15:clr>
            <a:srgbClr val="FBAE40"/>
          </p15:clr>
        </p15:guide>
        <p15:guide id="2" orient="horz" pos="1368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81" y="1354950"/>
            <a:ext cx="2474393" cy="4511158"/>
          </a:xfrm>
        </p:spPr>
        <p:txBody>
          <a:bodyPr/>
          <a:lstStyle>
            <a:lvl1pPr>
              <a:lnSpc>
                <a:spcPct val="75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7A320DB-9D8C-28C8-522F-5E78227E3E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3287" y="1352550"/>
            <a:ext cx="3815626" cy="4511158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9277B5D-D318-7262-1627-97361D33F73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001000" y="1357331"/>
            <a:ext cx="3810000" cy="4511158"/>
          </a:xfrm>
        </p:spPr>
        <p:txBody>
          <a:bodyPr/>
          <a:lstStyle>
            <a:lvl1pPr>
              <a:spcBef>
                <a:spcPts val="1500"/>
              </a:spcBef>
              <a:spcAft>
                <a:spcPts val="600"/>
              </a:spcAft>
              <a:defRPr sz="1100" b="1">
                <a:solidFill>
                  <a:schemeClr val="tx1"/>
                </a:solidFill>
              </a:defRPr>
            </a:lvl1pPr>
            <a:lvl2pPr>
              <a:defRPr sz="1100">
                <a:solidFill>
                  <a:schemeClr val="tx1"/>
                </a:solidFill>
              </a:defRPr>
            </a:lvl2pPr>
            <a:lvl3pPr>
              <a:defRPr sz="1100">
                <a:solidFill>
                  <a:schemeClr val="tx1"/>
                </a:solidFill>
              </a:defRPr>
            </a:lvl3pPr>
            <a:lvl4pPr>
              <a:defRPr sz="1100">
                <a:solidFill>
                  <a:schemeClr val="tx1"/>
                </a:solidFill>
              </a:defRPr>
            </a:lvl4pPr>
            <a:lvl5pP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57904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68" userDrawn="1">
          <p15:clr>
            <a:srgbClr val="FBAE40"/>
          </p15:clr>
        </p15:guide>
        <p15:guide id="2" orient="horz" pos="3024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C12D7A6-734E-6EA3-EFC6-EB76C2FA20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6081" y="379878"/>
            <a:ext cx="6482831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5714952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C12D7A6-734E-6EA3-EFC6-EB76C2FA20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6081" y="379878"/>
            <a:ext cx="6482831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5876447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Numbere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C5FC88A-D0AE-AD7E-BE73-0B2E07C1E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6081" y="379878"/>
            <a:ext cx="6482831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47768053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Numbered Table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C5FC88A-D0AE-AD7E-BE73-0B2E07C1E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6081" y="379878"/>
            <a:ext cx="6482831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778294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Numbered Table Gra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1EEA7B1-6B5B-83BB-43CB-651C8AEB85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6081" y="379878"/>
            <a:ext cx="6482831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4178736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B0A58F0A-FBA9-9146-6B38-043CA4F73F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6081" y="379878"/>
            <a:ext cx="6482831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C77DB9A7-EEF0-D7AC-0C4E-D5E65093BB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326355" y="1402879"/>
            <a:ext cx="2441448" cy="1728121"/>
          </a:xfrm>
          <a:solidFill>
            <a:schemeClr val="bg1">
              <a:lumMod val="10000"/>
              <a:lumOff val="9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4073B70F-B6B9-91F7-1385-A421C061773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07421" y="1402879"/>
            <a:ext cx="2441448" cy="1728121"/>
          </a:xfrm>
          <a:solidFill>
            <a:schemeClr val="bg1">
              <a:lumMod val="10000"/>
              <a:lumOff val="9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E6B45190-C26D-30A6-F71D-F5A67C57AAF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688487" y="1402879"/>
            <a:ext cx="2441448" cy="1728121"/>
          </a:xfrm>
          <a:solidFill>
            <a:schemeClr val="bg1">
              <a:lumMod val="10000"/>
              <a:lumOff val="9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854E4C18-B70A-C319-6595-97E7A4E2EE9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369552" y="1402879"/>
            <a:ext cx="2441448" cy="1728121"/>
          </a:xfrm>
          <a:solidFill>
            <a:schemeClr val="bg1">
              <a:lumMod val="10000"/>
              <a:lumOff val="9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1215201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 with Images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B0A58F0A-FBA9-9146-6B38-043CA4F73F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6081" y="379878"/>
            <a:ext cx="6482831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C77DB9A7-EEF0-D7AC-0C4E-D5E65093BB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326355" y="1402879"/>
            <a:ext cx="2441448" cy="1728121"/>
          </a:xfrm>
          <a:solidFill>
            <a:schemeClr val="bg1">
              <a:lumMod val="10000"/>
              <a:lumOff val="9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4073B70F-B6B9-91F7-1385-A421C061773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07421" y="1402879"/>
            <a:ext cx="2441448" cy="1728121"/>
          </a:xfrm>
          <a:solidFill>
            <a:schemeClr val="bg1">
              <a:lumMod val="10000"/>
              <a:lumOff val="9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E6B45190-C26D-30A6-F71D-F5A67C57AAF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688487" y="1402879"/>
            <a:ext cx="2441448" cy="1728121"/>
          </a:xfrm>
          <a:solidFill>
            <a:schemeClr val="bg1">
              <a:lumMod val="10000"/>
              <a:lumOff val="9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854E4C18-B70A-C319-6595-97E7A4E2EE9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369552" y="1402879"/>
            <a:ext cx="2441448" cy="1728121"/>
          </a:xfrm>
          <a:solidFill>
            <a:schemeClr val="bg1">
              <a:lumMod val="10000"/>
              <a:lumOff val="9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9865696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 with Images Gra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715A4221-2024-C647-AFF3-B7A88A3CEB5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326355" y="1405260"/>
            <a:ext cx="2441448" cy="1728121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AC5F6015-3EF0-C07F-FCFC-BDBBD611092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07421" y="1405260"/>
            <a:ext cx="2441448" cy="1728121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D95903CA-05D7-D9D1-6CC5-0D31B73B4F1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688487" y="1405260"/>
            <a:ext cx="2441448" cy="1728121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1BB5B18D-9D86-AE46-7931-2D5A9A8F30A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369552" y="1405260"/>
            <a:ext cx="2441448" cy="1728121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77DACCE-5B81-0842-96D4-594EEB6EED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6081" y="379878"/>
            <a:ext cx="6482831" cy="616167"/>
          </a:xfrm>
        </p:spPr>
        <p:txBody>
          <a:bodyPr/>
          <a:lstStyle>
            <a:lvl1pPr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5525008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 and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82" y="1357331"/>
            <a:ext cx="6285460" cy="2160420"/>
          </a:xfrm>
        </p:spPr>
        <p:txBody>
          <a:bodyPr/>
          <a:lstStyle>
            <a:lvl1pPr>
              <a:lnSpc>
                <a:spcPct val="75000"/>
              </a:lnSpc>
              <a:defRPr sz="4200" b="0" i="1" spc="-1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8260BDAF-B680-FF76-73B9-3241D6E8E5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08913" y="0"/>
            <a:ext cx="4383086" cy="6427433"/>
          </a:xfrm>
          <a:solidFill>
            <a:schemeClr val="bg1">
              <a:lumMod val="85000"/>
            </a:schemeClr>
          </a:solidFill>
        </p:spPr>
        <p:txBody>
          <a:bodyPr tIns="192024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F25DA-1744-4D91-757A-A71B443D8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0844" y="4028760"/>
            <a:ext cx="6324202" cy="1841815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1200" b="1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353767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and Image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82" y="1357331"/>
            <a:ext cx="6285460" cy="2160420"/>
          </a:xfrm>
        </p:spPr>
        <p:txBody>
          <a:bodyPr/>
          <a:lstStyle>
            <a:lvl1pPr>
              <a:lnSpc>
                <a:spcPct val="75000"/>
              </a:lnSpc>
              <a:defRPr sz="4200" b="0" i="1" spc="-1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8260BDAF-B680-FF76-73B9-3241D6E8E5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08913" y="0"/>
            <a:ext cx="4383086" cy="6427433"/>
          </a:xfrm>
          <a:solidFill>
            <a:schemeClr val="bg1">
              <a:lumMod val="85000"/>
            </a:schemeClr>
          </a:solidFill>
        </p:spPr>
        <p:txBody>
          <a:bodyPr tIns="192024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F25DA-1744-4D91-757A-A71B443D8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0844" y="4028760"/>
            <a:ext cx="6324202" cy="1841815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1200" b="1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799981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and Image Gra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7E1A-9D3F-45A6-B321-84A1AE67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0843" y="1357331"/>
            <a:ext cx="6324203" cy="2160420"/>
          </a:xfrm>
        </p:spPr>
        <p:txBody>
          <a:bodyPr/>
          <a:lstStyle>
            <a:lvl1pPr>
              <a:lnSpc>
                <a:spcPct val="75000"/>
              </a:lnSpc>
              <a:defRPr sz="4200" b="0" i="1" spc="-1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DCE7-747E-4395-8EBF-8F8D3E063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0844" y="4028760"/>
            <a:ext cx="6324202" cy="1841815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1200" b="1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747D2-DCFB-4DF5-9606-A25D618FE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8C098-DA48-410A-A28C-3FC007D0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8260BDAF-B680-FF76-73B9-3241D6E8E5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11294" y="382991"/>
            <a:ext cx="3999705" cy="6091627"/>
          </a:xfrm>
          <a:solidFill>
            <a:schemeClr val="bg1">
              <a:lumMod val="85000"/>
            </a:schemeClr>
          </a:solidFill>
        </p:spPr>
        <p:txBody>
          <a:bodyPr tIns="182880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6593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9696D9-671C-405F-AA77-4C70FDACE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0844" y="1357331"/>
            <a:ext cx="2469632" cy="451115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39653F-0E28-4EB7-8E50-6EFBEE53BA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83663" y="1357331"/>
            <a:ext cx="7827337" cy="45111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13675-BA54-460F-A462-199DF53645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30843" y="6383921"/>
            <a:ext cx="4601802" cy="1231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PPT Title (change via Insert menu &gt;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7682C-D0AE-4CE6-AD06-802777B47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5279" y="6371465"/>
            <a:ext cx="190984" cy="138499"/>
          </a:xfrm>
          <a:prstGeom prst="rect">
            <a:avLst/>
          </a:prstGeom>
          <a:ln>
            <a:noFill/>
          </a:ln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 b="1">
                <a:solidFill>
                  <a:schemeClr val="tx1"/>
                </a:solidFill>
              </a:defRPr>
            </a:lvl1pPr>
          </a:lstStyle>
          <a:p>
            <a:fld id="{99272199-A5BC-41D3-BB67-59B66A9BF6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6B3FF6-8208-BD1C-C580-5C637954870B}"/>
              </a:ext>
            </a:extLst>
          </p:cNvPr>
          <p:cNvSpPr txBox="1"/>
          <p:nvPr userDrawn="1"/>
        </p:nvSpPr>
        <p:spPr>
          <a:xfrm>
            <a:off x="323365" y="382991"/>
            <a:ext cx="583890" cy="123111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>
            <a:spAutoFit/>
          </a:bodyPr>
          <a:lstStyle/>
          <a:p>
            <a:pPr algn="r"/>
            <a:r>
              <a:rPr lang="en-US" sz="800" b="1" dirty="0">
                <a:solidFill>
                  <a:schemeClr val="tx1"/>
                </a:solidFill>
                <a:latin typeface="+mj-lt"/>
              </a:rPr>
              <a:t>octave.com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5F9C4FF-71C1-94BD-E6B2-1D31D3D04C87}"/>
              </a:ext>
            </a:extLst>
          </p:cNvPr>
          <p:cNvCxnSpPr>
            <a:cxnSpLocks/>
          </p:cNvCxnSpPr>
          <p:nvPr userDrawn="1"/>
        </p:nvCxnSpPr>
        <p:spPr>
          <a:xfrm>
            <a:off x="1144978" y="378229"/>
            <a:ext cx="0" cy="609639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137450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5" r:id="rId1"/>
    <p:sldLayoutId id="2147483782" r:id="rId2"/>
    <p:sldLayoutId id="2147483783" r:id="rId3"/>
    <p:sldLayoutId id="2147483784" r:id="rId4"/>
    <p:sldLayoutId id="2147483777" r:id="rId5"/>
    <p:sldLayoutId id="2147483785" r:id="rId6"/>
    <p:sldLayoutId id="2147483798" r:id="rId7"/>
    <p:sldLayoutId id="2147483799" r:id="rId8"/>
    <p:sldLayoutId id="2147483800" r:id="rId9"/>
    <p:sldLayoutId id="2147483801" r:id="rId10"/>
    <p:sldLayoutId id="2147483802" r:id="rId11"/>
    <p:sldLayoutId id="2147483831" r:id="rId12"/>
    <p:sldLayoutId id="2147483803" r:id="rId13"/>
    <p:sldLayoutId id="2147483832" r:id="rId14"/>
    <p:sldLayoutId id="2147483776" r:id="rId15"/>
    <p:sldLayoutId id="2147483833" r:id="rId16"/>
    <p:sldLayoutId id="2147483804" r:id="rId17"/>
    <p:sldLayoutId id="2147483834" r:id="rId18"/>
    <p:sldLayoutId id="2147483805" r:id="rId19"/>
    <p:sldLayoutId id="2147483835" r:id="rId20"/>
    <p:sldLayoutId id="2147483813" r:id="rId21"/>
    <p:sldLayoutId id="2147483836" r:id="rId22"/>
    <p:sldLayoutId id="2147483806" r:id="rId23"/>
    <p:sldLayoutId id="2147483837" r:id="rId24"/>
    <p:sldLayoutId id="2147483814" r:id="rId25"/>
    <p:sldLayoutId id="2147483815" r:id="rId26"/>
    <p:sldLayoutId id="2147483816" r:id="rId27"/>
    <p:sldLayoutId id="2147483844" r:id="rId28"/>
    <p:sldLayoutId id="2147483818" r:id="rId29"/>
    <p:sldLayoutId id="2147483817" r:id="rId30"/>
    <p:sldLayoutId id="2147483780" r:id="rId31"/>
    <p:sldLayoutId id="2147483845" r:id="rId32"/>
    <p:sldLayoutId id="2147483829" r:id="rId33"/>
    <p:sldLayoutId id="2147483830" r:id="rId34"/>
    <p:sldLayoutId id="2147483819" r:id="rId35"/>
    <p:sldLayoutId id="2147483846" r:id="rId36"/>
    <p:sldLayoutId id="2147483820" r:id="rId37"/>
    <p:sldLayoutId id="2147483847" r:id="rId38"/>
    <p:sldLayoutId id="2147483828" r:id="rId39"/>
    <p:sldLayoutId id="2147483848" r:id="rId40"/>
    <p:sldLayoutId id="2147483781" r:id="rId41"/>
    <p:sldLayoutId id="2147483823" r:id="rId42"/>
    <p:sldLayoutId id="2147483807" r:id="rId43"/>
    <p:sldLayoutId id="2147483838" r:id="rId44"/>
    <p:sldLayoutId id="2147483810" r:id="rId45"/>
    <p:sldLayoutId id="2147483839" r:id="rId46"/>
    <p:sldLayoutId id="2147483827" r:id="rId47"/>
    <p:sldLayoutId id="2147483842" r:id="rId48"/>
    <p:sldLayoutId id="2147483811" r:id="rId49"/>
    <p:sldLayoutId id="2147483843" r:id="rId50"/>
    <p:sldLayoutId id="2147483826" r:id="rId51"/>
    <p:sldLayoutId id="2147483821" r:id="rId52"/>
    <p:sldLayoutId id="2147483841" r:id="rId53"/>
    <p:sldLayoutId id="2147483822" r:id="rId54"/>
    <p:sldLayoutId id="2147483824" r:id="rId55"/>
    <p:sldLayoutId id="2147483840" r:id="rId56"/>
    <p:sldLayoutId id="2147483808" r:id="rId57"/>
  </p:sldLayoutIdLst>
  <p:hf hdr="0" dt="0"/>
  <p:txStyles>
    <p:titleStyle>
      <a:lvl1pPr algn="l" defTabSz="914400" rtl="0" eaLnBrk="1" latinLnBrk="0" hangingPunct="1">
        <a:lnSpc>
          <a:spcPct val="82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0" indent="0" algn="l" defTabSz="914400" rtl="0" eaLnBrk="1" latinLnBrk="0" hangingPunct="1">
        <a:lnSpc>
          <a:spcPct val="95000"/>
        </a:lnSpc>
        <a:spcBef>
          <a:spcPts val="1200"/>
        </a:spcBef>
        <a:spcAft>
          <a:spcPts val="300"/>
        </a:spcAft>
        <a:buFont typeface="Arial" panose="020B0604020202020204" pitchFamily="34" charset="0"/>
        <a:buNone/>
        <a:defRPr sz="14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5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" indent="-228600" algn="l" defTabSz="914400" rtl="0" eaLnBrk="1" latinLnBrk="0" hangingPunct="1">
        <a:lnSpc>
          <a:spcPct val="95000"/>
        </a:lnSpc>
        <a:spcBef>
          <a:spcPts val="3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228600" algn="l" defTabSz="914400" rtl="0" eaLnBrk="1" latinLnBrk="0" hangingPunct="1">
        <a:lnSpc>
          <a:spcPct val="95000"/>
        </a:lnSpc>
        <a:spcBef>
          <a:spcPts val="300"/>
        </a:spcBef>
        <a:buFont typeface="Aptos" panose="020B00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685800" indent="-228600" algn="l" defTabSz="914400" rtl="0" eaLnBrk="1" latinLnBrk="0" hangingPunct="1">
        <a:lnSpc>
          <a:spcPct val="95000"/>
        </a:lnSpc>
        <a:spcBef>
          <a:spcPts val="300"/>
        </a:spcBef>
        <a:buFont typeface="Aptos" panose="020B0004020202020204" pitchFamily="34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00" kern="14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400" kern="14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400" kern="14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400" kern="14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400" kern="14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400" kern="14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400" kern="14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400" kern="14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400" kern="14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834" userDrawn="1">
          <p15:clr>
            <a:srgbClr val="F26B43"/>
          </p15:clr>
        </p15:guide>
        <p15:guide id="4" orient="horz" pos="852" userDrawn="1">
          <p15:clr>
            <a:srgbClr val="F26B43"/>
          </p15:clr>
        </p15:guide>
        <p15:guide id="5" orient="horz" pos="3698" userDrawn="1">
          <p15:clr>
            <a:srgbClr val="F26B43"/>
          </p15:clr>
        </p15:guide>
        <p15:guide id="6" orient="horz" pos="4100" userDrawn="1">
          <p15:clr>
            <a:srgbClr val="F26B43"/>
          </p15:clr>
        </p15:guide>
        <p15:guide id="7" pos="2514" userDrawn="1">
          <p15:clr>
            <a:srgbClr val="F26B43"/>
          </p15:clr>
        </p15:guide>
        <p15:guide id="9" pos="1674" userDrawn="1">
          <p15:clr>
            <a:srgbClr val="F26B43"/>
          </p15:clr>
        </p15:guide>
        <p15:guide id="10" orient="horz" pos="239" userDrawn="1">
          <p15:clr>
            <a:srgbClr val="F26B43"/>
          </p15:clr>
        </p15:guide>
        <p15:guide id="11" pos="1554" userDrawn="1">
          <p15:clr>
            <a:srgbClr val="F26B43"/>
          </p15:clr>
        </p15:guide>
        <p15:guide id="12" pos="2394" userDrawn="1">
          <p15:clr>
            <a:srgbClr val="F26B43"/>
          </p15:clr>
        </p15:guide>
        <p15:guide id="13" pos="3236" userDrawn="1">
          <p15:clr>
            <a:srgbClr val="F26B43"/>
          </p15:clr>
        </p15:guide>
        <p15:guide id="14" pos="3356" userDrawn="1">
          <p15:clr>
            <a:srgbClr val="F26B43"/>
          </p15:clr>
        </p15:guide>
        <p15:guide id="15" pos="4079" userDrawn="1">
          <p15:clr>
            <a:srgbClr val="F26B43"/>
          </p15:clr>
        </p15:guide>
        <p15:guide id="16" pos="4196" userDrawn="1">
          <p15:clr>
            <a:srgbClr val="F26B43"/>
          </p15:clr>
        </p15:guide>
        <p15:guide id="17" pos="4919" userDrawn="1">
          <p15:clr>
            <a:srgbClr val="F26B43"/>
          </p15:clr>
        </p15:guide>
        <p15:guide id="18" pos="5040" userDrawn="1">
          <p15:clr>
            <a:srgbClr val="F26B43"/>
          </p15:clr>
        </p15:guide>
        <p15:guide id="19" pos="5760" userDrawn="1">
          <p15:clr>
            <a:srgbClr val="F26B43"/>
          </p15:clr>
        </p15:guide>
        <p15:guide id="20" pos="5880" userDrawn="1">
          <p15:clr>
            <a:srgbClr val="F26B43"/>
          </p15:clr>
        </p15:guide>
        <p15:guide id="21" pos="6600" userDrawn="1">
          <p15:clr>
            <a:srgbClr val="F26B43"/>
          </p15:clr>
        </p15:guide>
        <p15:guide id="22" pos="6720" userDrawn="1">
          <p15:clr>
            <a:srgbClr val="F26B43"/>
          </p15:clr>
        </p15:guide>
        <p15:guide id="23" pos="7440" userDrawn="1">
          <p15:clr>
            <a:srgbClr val="F26B43"/>
          </p15:clr>
        </p15:guide>
        <p15:guide id="24" pos="23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Context Hygiene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200K Tokens Isn't What It Seems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About 7% of the window is gone before you type a word: system instructions ~6k, CLAUDE.md ~3k, tools ~5k</a:t>
            </a:r>
          </a:p>
          <a:p>
            <a:r>
              <a:t>The remaining ~168k is the "smart zone" — it shrinks every turn as history accumulates</a:t>
            </a:r>
          </a:p>
          <a:p>
            <a:r>
              <a:t>55k is reserved up front: 23k for auto-compact, 32k for output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Compounding Tax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Turn 1 costs about 2k tokens, mostly system prompt</a:t>
            </a:r>
          </a:p>
          <a:p>
            <a:r>
              <a:t>By turn 10, each call costs around 18k tokens — the agent re-reads all prior work every time</a:t>
            </a:r>
          </a:p>
          <a:p>
            <a:r>
              <a:t>Past 50k tokens: attention degrades, the model silently drifts from earlier details, and context anxiety sets 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Five Rules For Context Hygiene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Keep output tight from the first turn — verbose output today taxes every future turn</a:t>
            </a:r>
          </a:p>
          <a:p>
            <a:r>
              <a:t>Load skills on demand, not at session start</a:t>
            </a:r>
          </a:p>
          <a:p>
            <a:r>
              <a:t>Reference the source instead of repeating content already in context</a:t>
            </a:r>
          </a:p>
          <a:p>
            <a:r>
              <a:t>Keep tools loaded only when the task needs them</a:t>
            </a:r>
          </a:p>
          <a:p>
            <a:r>
              <a:t>Measure before optimizing — audit what's loaded before guessing what's bloated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ctave">
  <a:themeElements>
    <a:clrScheme name="Octave">
      <a:dk1>
        <a:srgbClr val="1A1A1F"/>
      </a:dk1>
      <a:lt1>
        <a:srgbClr val="FFFFFF"/>
      </a:lt1>
      <a:dk2>
        <a:srgbClr val="3E4047"/>
      </a:dk2>
      <a:lt2>
        <a:srgbClr val="E7EBF2"/>
      </a:lt2>
      <a:accent1>
        <a:srgbClr val="1A1A1F"/>
      </a:accent1>
      <a:accent2>
        <a:srgbClr val="3E4047"/>
      </a:accent2>
      <a:accent3>
        <a:srgbClr val="B2B8C4"/>
      </a:accent3>
      <a:accent4>
        <a:srgbClr val="CBD0D8"/>
      </a:accent4>
      <a:accent5>
        <a:srgbClr val="E7EBF2"/>
      </a:accent5>
      <a:accent6>
        <a:srgbClr val="FFFFFF"/>
      </a:accent6>
      <a:hlink>
        <a:srgbClr val="FFFFFF"/>
      </a:hlink>
      <a:folHlink>
        <a:srgbClr val="D8D8D8"/>
      </a:folHlink>
    </a:clrScheme>
    <a:fontScheme name="Octave Office Fonts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Flat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>
            <a:shade val="65000"/>
          </a:schemeClr>
        </a:solidFill>
      </a:fillStyleLst>
      <a:lnStyleLst>
        <a:ln w="3175" cap="flat" cmpd="sng" algn="ctr">
          <a:solidFill>
            <a:schemeClr val="phClr">
              <a:shade val="65000"/>
            </a:schemeClr>
          </a:solidFill>
          <a:prstDash val="solid"/>
        </a:ln>
        <a:ln w="3175" cap="flat" cmpd="sng" algn="ctr">
          <a:solidFill>
            <a:schemeClr val="phClr"/>
          </a:solidFill>
          <a:prstDash val="solid"/>
        </a:ln>
        <a:ln w="0" cap="flat" cmpd="sng" algn="ctr">
          <a:noFill/>
        </a:ln>
      </a:lnStyleLst>
      <a:effectStyleLst>
        <a:effectStyle>
          <a:effectLst>
            <a:blur/>
          </a:effectLst>
        </a:effectStyle>
        <a:effectStyle>
          <a:effectLst>
            <a:blur/>
          </a:effectLst>
        </a:effectStyle>
        <a:effectStyle>
          <a:effectLst>
            <a:fillOverlay blend="darken">
              <a:solidFill>
                <a:schemeClr val="phClr">
                  <a:shade val="30000"/>
                </a:schemeClr>
              </a:solidFill>
            </a:fillOverlay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lnDef>
      <a:spPr>
        <a:ln w="6350">
          <a:solidFill>
            <a:schemeClr val="bg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6350">
          <a:noFill/>
        </a:ln>
        <a:effectLst/>
      </a:spPr>
      <a:bodyPr wrap="square" lIns="0" tIns="0" rIns="0" bIns="0" rtlCol="0"/>
      <a:lstStyle/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dk1"/>
        </a:fontRef>
      </a:style>
    </a:txDef>
  </a:objectDefaults>
  <a:extraClrSchemeLst/>
  <a:custClrLst>
    <a:custClr name="Aqua">
      <a:srgbClr val="00FFFF"/>
    </a:custClr>
    <a:custClr name="Pink">
      <a:srgbClr val="FF00C7"/>
    </a:custClr>
    <a:custClr name="Green">
      <a:srgbClr val="4FFF00"/>
    </a:custClr>
    <a:custClr name="Orange">
      <a:srgbClr val="F46600"/>
    </a:custClr>
    <a:custClr name="Purple">
      <a:srgbClr val="C933FF"/>
    </a:custClr>
    <a:custClr name="Yellow">
      <a:srgbClr val="FFF500"/>
    </a:custClr>
    <a:custClr name="Gray 2">
      <a:srgbClr val="CBD0D8"/>
    </a:custClr>
    <a:custClr name="Gray 1">
      <a:srgbClr val="E7EBF2"/>
    </a:custClr>
    <a:custClr name="Gray 3">
      <a:srgbClr val="B2B8C4"/>
    </a:custClr>
    <a:custClr name="White">
      <a:srgbClr val="FFFFFF"/>
    </a:custClr>
    <a:custClr name="Blue">
      <a:srgbClr val="0000FF"/>
    </a:custClr>
    <a:custClr name="Pink">
      <a:srgbClr val="FF00C7"/>
    </a:custClr>
    <a:custClr name="Dark Green">
      <a:srgbClr val="00AA14"/>
    </a:custClr>
    <a:custClr name="Orange">
      <a:srgbClr val="F46600"/>
    </a:custClr>
    <a:custClr name="Purple">
      <a:srgbClr val="C933FF"/>
    </a:custClr>
    <a:custClr name="Gray 5">
      <a:srgbClr val="3E4047"/>
    </a:custClr>
    <a:custClr name="Gray 4">
      <a:srgbClr val="6F7480"/>
    </a:custClr>
    <a:custClr name="Octave Black">
      <a:srgbClr val="1A1A1F"/>
    </a:custClr>
  </a:custClrLst>
  <a:extLst>
    <a:ext uri="{05A4C25C-085E-4340-85A3-A5531E510DB2}">
      <thm15:themeFamily xmlns:thm15="http://schemas.microsoft.com/office/thememl/2012/main" name="FUT028_Octave Template" id="{AB529826-889C-4197-AB7A-7A19BA4723F5}" vid="{92A83245-DB26-4901-85D4-581C3270761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ED06740B05ECA42B6D88A0421296D18" ma:contentTypeVersion="12" ma:contentTypeDescription="Create a new document." ma:contentTypeScope="" ma:versionID="0ae7cee3b72b39075f7d0a043016e8d6">
  <xsd:schema xmlns:xsd="http://www.w3.org/2001/XMLSchema" xmlns:xs="http://www.w3.org/2001/XMLSchema" xmlns:p="http://schemas.microsoft.com/office/2006/metadata/properties" xmlns:ns2="c8dcf2a3-116d-4b10-a7d4-0ecd7b815c69" targetNamespace="http://schemas.microsoft.com/office/2006/metadata/properties" ma:root="true" ma:fieldsID="c3dcd4aa1cd31834b46e7e592429022d" ns2:_="">
    <xsd:import namespace="c8dcf2a3-116d-4b10-a7d4-0ecd7b815c6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dcf2a3-116d-4b10-a7d4-0ecd7b815c6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8999a341-e37a-4672-a76c-13c49370584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8dcf2a3-116d-4b10-a7d4-0ecd7b815c69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9CA198C-E0A0-4726-A115-3C5BDAF4D6DB}"/>
</file>

<file path=customXml/itemProps2.xml><?xml version="1.0" encoding="utf-8"?>
<ds:datastoreItem xmlns:ds="http://schemas.openxmlformats.org/officeDocument/2006/customXml" ds:itemID="{1B1A41AC-E5B2-4EEC-9396-4819DD4B80AE}"/>
</file>

<file path=customXml/itemProps3.xml><?xml version="1.0" encoding="utf-8"?>
<ds:datastoreItem xmlns:ds="http://schemas.openxmlformats.org/officeDocument/2006/customXml" ds:itemID="{BB819903-A4A3-410D-AF5F-C0A7BAD487DF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7004</Words>
  <Application>Microsoft Office PowerPoint</Application>
  <PresentationFormat>Widescreen</PresentationFormat>
  <Paragraphs>1781</Paragraphs>
  <Slides>75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9" baseType="lpstr">
      <vt:lpstr>Aptos</vt:lpstr>
      <vt:lpstr>Arial</vt:lpstr>
      <vt:lpstr>MW Sans</vt:lpstr>
      <vt:lpstr>Octave</vt:lpstr>
      <vt:lpstr>Titles two lines preferred, three max.</vt:lpstr>
      <vt:lpstr>Titles two lines preferred, three max.</vt:lpstr>
      <vt:lpstr>Titles can  be adjusted  for legibility</vt:lpstr>
      <vt:lpstr>Titles are three lines maximum</vt:lpstr>
      <vt:lpstr>01 Section  Headline</vt:lpstr>
      <vt:lpstr>02 Section Headline</vt:lpstr>
      <vt:lpstr>03 Section Headline</vt:lpstr>
      <vt:lpstr>04 Section Headline</vt:lpstr>
      <vt:lpstr>Agenda</vt:lpstr>
      <vt:lpstr>Agenda white</vt:lpstr>
      <vt:lpstr>Agenda columns</vt:lpstr>
      <vt:lpstr>Agenda columns highlight</vt:lpstr>
      <vt:lpstr>Title two or three lines preferred</vt:lpstr>
      <vt:lpstr>Title two or three lines preferred</vt:lpstr>
      <vt:lpstr>Title two or three lines preferred </vt:lpstr>
      <vt:lpstr>Title two or three lines preferred  </vt:lpstr>
      <vt:lpstr>Title two or three lines</vt:lpstr>
      <vt:lpstr>Title two or three lines preferred    </vt:lpstr>
      <vt:lpstr>Title two lines only</vt:lpstr>
      <vt:lpstr>“Pull quote lorem ipsum dolor sit amet, consectetuer adipiscing et tu archicia del iliaes etur.”  </vt:lpstr>
      <vt:lpstr>“Pull quote lorem ipsum dolor sit amet, consectetuer adipiscing et tu archicia del iliaes etur.” </vt:lpstr>
      <vt:lpstr>Title one line preferred in this layout</vt:lpstr>
      <vt:lpstr>Title one line preferred in this layout </vt:lpstr>
      <vt:lpstr>Title one line preferred in this layout  </vt:lpstr>
      <vt:lpstr>PowerPoint Presentation</vt:lpstr>
      <vt:lpstr>Title two lines only</vt:lpstr>
      <vt:lpstr>Title one line preferred on this images layout </vt:lpstr>
      <vt:lpstr>Title one line preferred on this images layout</vt:lpstr>
      <vt:lpstr>Title one line preferred on this table layout</vt:lpstr>
      <vt:lpstr>Title one line preferred</vt:lpstr>
      <vt:lpstr>Title one line preferred on this layout</vt:lpstr>
      <vt:lpstr>Column charts sample</vt:lpstr>
      <vt:lpstr>Charts sample</vt:lpstr>
      <vt:lpstr>Calendar sample </vt:lpstr>
      <vt:lpstr>Calendar sample  </vt:lpstr>
      <vt:lpstr>Calendar sample   </vt:lpstr>
      <vt:lpstr>World map sample</vt:lpstr>
      <vt:lpstr>Timeline sample</vt:lpstr>
      <vt:lpstr>PowerPoint Presentation</vt:lpstr>
      <vt:lpstr>PowerPoint Presentation</vt:lpstr>
      <vt:lpstr>Tables</vt:lpstr>
      <vt:lpstr>Table sample</vt:lpstr>
      <vt:lpstr>Table sample  </vt:lpstr>
      <vt:lpstr>Table sample   </vt:lpstr>
      <vt:lpstr>Table sample     </vt:lpstr>
      <vt:lpstr>Table sample     </vt:lpstr>
      <vt:lpstr>Table sample      </vt:lpstr>
      <vt:lpstr>Table sample        </vt:lpstr>
      <vt:lpstr>Table sample white</vt:lpstr>
      <vt:lpstr>Table sample white </vt:lpstr>
      <vt:lpstr>Table sample white   </vt:lpstr>
      <vt:lpstr>Table sample white     </vt:lpstr>
      <vt:lpstr>Table sample white      </vt:lpstr>
      <vt:lpstr>Table sample white       </vt:lpstr>
      <vt:lpstr>Table sample white        </vt:lpstr>
      <vt:lpstr>Table preset, then additional formatting added</vt:lpstr>
      <vt:lpstr>Table preset white, then additional formatting added</vt:lpstr>
      <vt:lpstr>Icons</vt:lpstr>
      <vt:lpstr>Icon library</vt:lpstr>
      <vt:lpstr>Icon library on white</vt:lpstr>
      <vt:lpstr>Charts</vt:lpstr>
      <vt:lpstr>Column charts</vt:lpstr>
      <vt:lpstr>Bar charts</vt:lpstr>
      <vt:lpstr>Column charts</vt:lpstr>
      <vt:lpstr>Bar charts</vt:lpstr>
      <vt:lpstr>Line charts</vt:lpstr>
      <vt:lpstr>Line charts</vt:lpstr>
      <vt:lpstr>Pie charts</vt:lpstr>
      <vt:lpstr>Pie charts</vt:lpstr>
      <vt:lpstr>Getting started  </vt:lpstr>
      <vt:lpstr>Getting started</vt:lpstr>
      <vt:lpstr>Getting started – formatting text</vt:lpstr>
      <vt:lpstr>Getting started – using PowerPoint guides</vt:lpstr>
      <vt:lpstr>Enhanced brand grid optimized for presentations</vt:lpstr>
      <vt:lpstr>Custom brand table programmed in templates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2025-08-27T21:42:45Z</dcterms:created>
  <dcterms:modified xsi:type="dcterms:W3CDTF">2026-03-31T10:00:01Z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0x0101004ED06740B05ECA42B6D88A0421296D18</vt:lpwstr>
  </property>
  <property fmtid="{D5CDD505-2E9C-101B-9397-08002B2CF9AE}" pid="3" name="Order">
    <vt:r8>793700</vt:r8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TriggerFlowInfo">
    <vt:lpwstr/>
  </property>
  <property fmtid="{D5CDD505-2E9C-101B-9397-08002B2CF9AE}" pid="7" name="_SourceUrl">
    <vt:lpwstr/>
  </property>
  <property fmtid="{D5CDD505-2E9C-101B-9397-08002B2CF9AE}" pid="8" name="_SharedFileIndex">
    <vt:lpwstr/>
  </property>
  <property fmtid="{D5CDD505-2E9C-101B-9397-08002B2CF9AE}" pid="9" name="ComplianceAssetId">
    <vt:lpwstr/>
  </property>
  <property fmtid="{D5CDD505-2E9C-101B-9397-08002B2CF9AE}" pid="10" name="TemplateUrl">
    <vt:lpwstr/>
  </property>
  <property fmtid="{D5CDD505-2E9C-101B-9397-08002B2CF9AE}" pid="11" name="_ExtendedDescription">
    <vt:lpwstr/>
  </property>
  <property fmtid="{D5CDD505-2E9C-101B-9397-08002B2CF9AE}" pid="12" name="MediaServiceImageTags">
    <vt:lpwstr/>
  </property>
</Properties>
</file>